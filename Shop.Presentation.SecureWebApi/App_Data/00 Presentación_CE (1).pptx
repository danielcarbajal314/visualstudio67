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ppt/tags/tag10.xml" ContentType="application/vnd.openxmlformats-officedocument.presentationml.tags+xml"/>
  <Override PartName="/ppt/notesSlides/notesSlide9.xml" ContentType="application/vnd.openxmlformats-officedocument.presentationml.notesSlide+xml"/>
  <Override PartName="/ppt/tags/tag11.xml" ContentType="application/vnd.openxmlformats-officedocument.presentationml.tags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notesSlides/notesSlide11.xml" ContentType="application/vnd.openxmlformats-officedocument.presentationml.notesSlide+xml"/>
  <Override PartName="/ppt/tags/tag13.xml" ContentType="application/vnd.openxmlformats-officedocument.presentationml.tags+xml"/>
  <Override PartName="/ppt/notesSlides/notesSlide12.xml" ContentType="application/vnd.openxmlformats-officedocument.presentationml.notesSlide+xml"/>
  <Override PartName="/ppt/tags/tag14.xml" ContentType="application/vnd.openxmlformats-officedocument.presentationml.tags+xml"/>
  <Override PartName="/ppt/notesSlides/notesSlide13.xml" ContentType="application/vnd.openxmlformats-officedocument.presentationml.notesSlide+xml"/>
  <Override PartName="/ppt/tags/tag15.xml" ContentType="application/vnd.openxmlformats-officedocument.presentationml.tags+xml"/>
  <Override PartName="/ppt/notesSlides/notesSlide14.xml" ContentType="application/vnd.openxmlformats-officedocument.presentationml.notesSlide+xml"/>
  <Override PartName="/ppt/tags/tag16.xml" ContentType="application/vnd.openxmlformats-officedocument.presentationml.tags+xml"/>
  <Override PartName="/ppt/notesSlides/notesSlide15.xml" ContentType="application/vnd.openxmlformats-officedocument.presentationml.notesSlide+xml"/>
  <Override PartName="/ppt/tags/tag17.xml" ContentType="application/vnd.openxmlformats-officedocument.presentationml.tags+xml"/>
  <Override PartName="/ppt/notesSlides/notesSlide16.xml" ContentType="application/vnd.openxmlformats-officedocument.presentationml.notesSlide+xml"/>
  <Override PartName="/ppt/tags/tag18.xml" ContentType="application/vnd.openxmlformats-officedocument.presentationml.tags+xml"/>
  <Override PartName="/ppt/notesSlides/notesSlide17.xml" ContentType="application/vnd.openxmlformats-officedocument.presentationml.notesSlide+xml"/>
  <Override PartName="/ppt/tags/tag19.xml" ContentType="application/vnd.openxmlformats-officedocument.presentationml.tags+xml"/>
  <Override PartName="/ppt/notesSlides/notesSlide18.xml" ContentType="application/vnd.openxmlformats-officedocument.presentationml.notesSlide+xml"/>
  <Override PartName="/ppt/tags/tag20.xml" ContentType="application/vnd.openxmlformats-officedocument.presentationml.tags+xml"/>
  <Override PartName="/ppt/notesSlides/notesSlide19.xml" ContentType="application/vnd.openxmlformats-officedocument.presentationml.notesSlide+xml"/>
  <Override PartName="/ppt/tags/tag21.xml" ContentType="application/vnd.openxmlformats-officedocument.presentationml.tags+xml"/>
  <Override PartName="/ppt/notesSlides/notesSlide20.xml" ContentType="application/vnd.openxmlformats-officedocument.presentationml.notesSlide+xml"/>
  <Override PartName="/ppt/tags/tag22.xml" ContentType="application/vnd.openxmlformats-officedocument.presentationml.tags+xml"/>
  <Override PartName="/ppt/notesSlides/notesSlide21.xml" ContentType="application/vnd.openxmlformats-officedocument.presentationml.notesSlide+xml"/>
  <Override PartName="/ppt/tags/tag23.xml" ContentType="application/vnd.openxmlformats-officedocument.presentationml.tags+xml"/>
  <Override PartName="/ppt/notesSlides/notesSlide22.xml" ContentType="application/vnd.openxmlformats-officedocument.presentationml.notesSlide+xml"/>
  <Override PartName="/ppt/tags/tag24.xml" ContentType="application/vnd.openxmlformats-officedocument.presentationml.tags+xml"/>
  <Override PartName="/ppt/notesSlides/notesSlide23.xml" ContentType="application/vnd.openxmlformats-officedocument.presentationml.notesSlide+xml"/>
  <Override PartName="/ppt/tags/tag25.xml" ContentType="application/vnd.openxmlformats-officedocument.presentationml.tags+xml"/>
  <Override PartName="/ppt/notesSlides/notesSlide24.xml" ContentType="application/vnd.openxmlformats-officedocument.presentationml.notesSlide+xml"/>
  <Override PartName="/ppt/tags/tag26.xml" ContentType="application/vnd.openxmlformats-officedocument.presentationml.tags+xml"/>
  <Override PartName="/ppt/notesSlides/notesSlide25.xml" ContentType="application/vnd.openxmlformats-officedocument.presentationml.notesSlide+xml"/>
  <Override PartName="/ppt/tags/tag27.xml" ContentType="application/vnd.openxmlformats-officedocument.presentationml.tags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92" r:id="rId1"/>
  </p:sldMasterIdLst>
  <p:notesMasterIdLst>
    <p:notesMasterId r:id="rId34"/>
  </p:notesMasterIdLst>
  <p:handoutMasterIdLst>
    <p:handoutMasterId r:id="rId35"/>
  </p:handoutMasterIdLst>
  <p:sldIdLst>
    <p:sldId id="256" r:id="rId2"/>
    <p:sldId id="258" r:id="rId3"/>
    <p:sldId id="321" r:id="rId4"/>
    <p:sldId id="296" r:id="rId5"/>
    <p:sldId id="322" r:id="rId6"/>
    <p:sldId id="323" r:id="rId7"/>
    <p:sldId id="324" r:id="rId8"/>
    <p:sldId id="325" r:id="rId9"/>
    <p:sldId id="326" r:id="rId10"/>
    <p:sldId id="327" r:id="rId11"/>
    <p:sldId id="328" r:id="rId12"/>
    <p:sldId id="329" r:id="rId13"/>
    <p:sldId id="330" r:id="rId14"/>
    <p:sldId id="331" r:id="rId15"/>
    <p:sldId id="332" r:id="rId16"/>
    <p:sldId id="333" r:id="rId17"/>
    <p:sldId id="334" r:id="rId18"/>
    <p:sldId id="335" r:id="rId19"/>
    <p:sldId id="336" r:id="rId20"/>
    <p:sldId id="337" r:id="rId21"/>
    <p:sldId id="338" r:id="rId22"/>
    <p:sldId id="339" r:id="rId23"/>
    <p:sldId id="341" r:id="rId24"/>
    <p:sldId id="342" r:id="rId25"/>
    <p:sldId id="344" r:id="rId26"/>
    <p:sldId id="345" r:id="rId27"/>
    <p:sldId id="346" r:id="rId28"/>
    <p:sldId id="352" r:id="rId29"/>
    <p:sldId id="348" r:id="rId30"/>
    <p:sldId id="349" r:id="rId31"/>
    <p:sldId id="350" r:id="rId32"/>
    <p:sldId id="353" r:id="rId33"/>
  </p:sldIdLst>
  <p:sldSz cx="9144000" cy="6858000" type="screen4x3"/>
  <p:notesSz cx="7099300" cy="10234613"/>
  <p:custDataLst>
    <p:tags r:id="rId36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960">
          <p15:clr>
            <a:srgbClr val="A4A3A4"/>
          </p15:clr>
        </p15:guide>
        <p15:guide id="2" orient="horz" pos="528">
          <p15:clr>
            <a:srgbClr val="A4A3A4"/>
          </p15:clr>
        </p15:guide>
        <p15:guide id="3" pos="2880">
          <p15:clr>
            <a:srgbClr val="A4A3A4"/>
          </p15:clr>
        </p15:guide>
        <p15:guide id="4" pos="384">
          <p15:clr>
            <a:srgbClr val="A4A3A4"/>
          </p15:clr>
        </p15:guide>
        <p15:guide id="5" pos="480">
          <p15:clr>
            <a:srgbClr val="A4A3A4"/>
          </p15:clr>
        </p15:guide>
        <p15:guide id="6" pos="7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6134" userDrawn="1">
          <p15:clr>
            <a:srgbClr val="A4A3A4"/>
          </p15:clr>
        </p15:guide>
        <p15:guide id="2" orient="horz" pos="312" userDrawn="1">
          <p15:clr>
            <a:srgbClr val="A4A3A4"/>
          </p15:clr>
        </p15:guide>
        <p15:guide id="3" orient="horz" pos="3699" userDrawn="1">
          <p15:clr>
            <a:srgbClr val="A4A3A4"/>
          </p15:clr>
        </p15:guide>
        <p15:guide id="4" pos="2236" userDrawn="1">
          <p15:clr>
            <a:srgbClr val="A4A3A4"/>
          </p15:clr>
        </p15:guide>
        <p15:guide id="5" pos="384" userDrawn="1">
          <p15:clr>
            <a:srgbClr val="A4A3A4"/>
          </p15:clr>
        </p15:guide>
        <p15:guide id="6" pos="433" userDrawn="1">
          <p15:clr>
            <a:srgbClr val="A4A3A4"/>
          </p15:clr>
        </p15:guide>
        <p15:guide id="7" pos="530" userDrawn="1">
          <p15:clr>
            <a:srgbClr val="A4A3A4"/>
          </p15:clr>
        </p15:guide>
        <p15:guide id="8" pos="676" userDrawn="1">
          <p15:clr>
            <a:srgbClr val="A4A3A4"/>
          </p15:clr>
        </p15:guide>
        <p15:guide id="9" pos="725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osane Uribe" initials="Rosane" lastIdx="3" clrIdx="0"/>
  <p:cmAuthor id="1" name="Mariela Centeno Garcia" initials="MCG" lastIdx="2" clrIdx="1">
    <p:extLst>
      <p:ext uri="{19B8F6BF-5375-455C-9EA6-DF929625EA0E}">
        <p15:presenceInfo xmlns:p15="http://schemas.microsoft.com/office/powerpoint/2012/main" userId="S-1-5-21-3172917347-3171773395-561413812-242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1D1D1"/>
    <a:srgbClr val="676A6F"/>
    <a:srgbClr val="66CCFF"/>
    <a:srgbClr val="FFFFCC"/>
    <a:srgbClr val="FFDE75"/>
    <a:srgbClr val="CC6600"/>
    <a:srgbClr val="FFCC66"/>
    <a:srgbClr val="CC9900"/>
    <a:srgbClr val="006699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DA37D80-6434-44D0-A028-1B22A696006F}" styleName="Estilo claro 3 - Acento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93" autoAdjust="0"/>
    <p:restoredTop sz="99822" autoAdjust="0"/>
  </p:normalViewPr>
  <p:slideViewPr>
    <p:cSldViewPr>
      <p:cViewPr varScale="1">
        <p:scale>
          <a:sx n="91" d="100"/>
          <a:sy n="91" d="100"/>
        </p:scale>
        <p:origin x="126" y="90"/>
      </p:cViewPr>
      <p:guideLst>
        <p:guide orient="horz" pos="960"/>
        <p:guide orient="horz" pos="528"/>
        <p:guide pos="2880"/>
        <p:guide pos="384"/>
        <p:guide pos="480"/>
        <p:guide pos="7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>
        <p:scale>
          <a:sx n="73" d="100"/>
          <a:sy n="73" d="100"/>
        </p:scale>
        <p:origin x="690" y="-960"/>
      </p:cViewPr>
      <p:guideLst>
        <p:guide orient="horz" pos="6134"/>
        <p:guide orient="horz" pos="312"/>
        <p:guide orient="horz" pos="3699"/>
        <p:guide pos="2236"/>
        <p:guide pos="384"/>
        <p:guide pos="433"/>
        <p:guide pos="530"/>
        <p:guide pos="676"/>
        <p:guide pos="725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7-11-30T09:04:17.406" idx="1">
    <p:pos x="5409" y="920"/>
    <p:text>Coincide con el sílabo, pero no con el archivo de tarea</p:text>
    <p:extLst>
      <p:ext uri="{C676402C-5697-4E1C-873F-D02D1690AC5C}">
        <p15:threadingInfo xmlns:p15="http://schemas.microsoft.com/office/powerpoint/2012/main" timeZoneBias="300"/>
      </p:ext>
    </p:extLst>
  </p:cm>
  <p:cm authorId="1" dt="2017-11-30T09:05:14.402" idx="2">
    <p:pos x="5505" y="1016"/>
    <p:text>Aplicar formato</p:text>
    <p:extLst>
      <p:ext uri="{C676402C-5697-4E1C-873F-D02D1690AC5C}">
        <p15:threadingInfo xmlns:p15="http://schemas.microsoft.com/office/powerpoint/2012/main" timeZoneBias="300"/>
      </p:ext>
    </p:extLst>
  </p:cm>
</p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DF37B71-7B3B-44F1-96F5-6E46AF90C8AD}" type="doc">
      <dgm:prSet loTypeId="urn:microsoft.com/office/officeart/2005/8/layout/vProcess5" loCatId="process" qsTypeId="urn:microsoft.com/office/officeart/2005/8/quickstyle/simple1" qsCatId="simple" csTypeId="urn:microsoft.com/office/officeart/2005/8/colors/accent0_1" csCatId="mainScheme" phldr="1"/>
      <dgm:spPr/>
    </dgm:pt>
    <dgm:pt modelId="{0D6D29CC-4DB3-48E2-87D4-315BD8CFF353}">
      <dgm:prSet phldrT="[Texto]" custT="1"/>
      <dgm:spPr>
        <a:xfrm>
          <a:off x="1796" y="751332"/>
          <a:ext cx="1167037" cy="1001776"/>
        </a:xfrm>
        <a:solidFill>
          <a:schemeClr val="bg1">
            <a:lumMod val="85000"/>
            <a:alpha val="16000"/>
          </a:schemeClr>
        </a:solidFill>
        <a:ln w="12700">
          <a:solidFill>
            <a:schemeClr val="bg1">
              <a:lumMod val="85000"/>
            </a:schemeClr>
          </a:solidFill>
        </a:ln>
      </dgm:spPr>
      <dgm:t>
        <a:bodyPr/>
        <a:lstStyle/>
        <a:p>
          <a:r>
            <a:rPr lang="es-ES" sz="900" dirty="0"/>
            <a:t>Capítulo 3</a:t>
          </a:r>
          <a:r>
            <a:rPr lang="es-PE" sz="900" dirty="0"/>
            <a:t>: </a:t>
          </a:r>
          <a:r>
            <a:rPr lang="es-PE" sz="900" dirty="0" smtClean="0"/>
            <a:t>JavaScript</a:t>
          </a:r>
          <a:endParaRPr lang="es-PE" sz="900" dirty="0">
            <a:latin typeface="Arial" pitchFamily="34" charset="0"/>
            <a:ea typeface="+mn-ea"/>
            <a:cs typeface="Arial" pitchFamily="34" charset="0"/>
          </a:endParaRPr>
        </a:p>
      </dgm:t>
    </dgm:pt>
    <dgm:pt modelId="{98031A2F-825C-4760-A7DB-9226161166C4}" type="parTrans" cxnId="{BF213888-E39C-492D-A287-D5CA0A2AAA77}">
      <dgm:prSet/>
      <dgm:spPr/>
      <dgm:t>
        <a:bodyPr/>
        <a:lstStyle/>
        <a:p>
          <a:endParaRPr lang="es-PE" sz="900">
            <a:latin typeface="Arial" pitchFamily="34" charset="0"/>
            <a:cs typeface="Arial" pitchFamily="34" charset="0"/>
          </a:endParaRPr>
        </a:p>
      </dgm:t>
    </dgm:pt>
    <dgm:pt modelId="{31BE1D60-E733-4A2D-8247-CB4A99FF9055}" type="sibTrans" cxnId="{BF213888-E39C-492D-A287-D5CA0A2AAA77}">
      <dgm:prSet custT="1"/>
      <dgm:spPr>
        <a:solidFill>
          <a:schemeClr val="bg1">
            <a:lumMod val="75000"/>
            <a:alpha val="90000"/>
          </a:schemeClr>
        </a:solidFill>
        <a:ln w="3175">
          <a:solidFill>
            <a:schemeClr val="bg1">
              <a:lumMod val="75000"/>
              <a:alpha val="90000"/>
            </a:schemeClr>
          </a:solidFill>
        </a:ln>
      </dgm:spPr>
      <dgm:t>
        <a:bodyPr/>
        <a:lstStyle/>
        <a:p>
          <a:endParaRPr lang="es-PE" sz="900">
            <a:latin typeface="Arial" pitchFamily="34" charset="0"/>
            <a:cs typeface="Arial" pitchFamily="34" charset="0"/>
          </a:endParaRPr>
        </a:p>
      </dgm:t>
    </dgm:pt>
    <dgm:pt modelId="{FB5175BF-CBAD-4A26-86CA-AC4661C1D948}">
      <dgm:prSet phldrT="[Texto]" custT="1"/>
      <dgm:spPr>
        <a:xfrm>
          <a:off x="1363339" y="751332"/>
          <a:ext cx="1167037" cy="1001776"/>
        </a:xfrm>
        <a:ln w="12700">
          <a:solidFill>
            <a:schemeClr val="bg1">
              <a:lumMod val="85000"/>
            </a:schemeClr>
          </a:solidFill>
        </a:ln>
      </dgm:spPr>
      <dgm:t>
        <a:bodyPr/>
        <a:lstStyle/>
        <a:p>
          <a:r>
            <a:rPr lang="es-ES" sz="900" dirty="0"/>
            <a:t>Capítulo 4</a:t>
          </a:r>
          <a:r>
            <a:rPr lang="es-PE" sz="900" dirty="0"/>
            <a:t>: Creando aplicaciones ASP.NET MVC</a:t>
          </a:r>
          <a:endParaRPr lang="es-PE" sz="900" dirty="0">
            <a:latin typeface="Arial" pitchFamily="34" charset="0"/>
            <a:ea typeface="+mn-ea"/>
            <a:cs typeface="Arial" pitchFamily="34" charset="0"/>
          </a:endParaRPr>
        </a:p>
      </dgm:t>
    </dgm:pt>
    <dgm:pt modelId="{69A73BAB-3306-4066-9DAB-EE43C76FC240}" type="sibTrans" cxnId="{22E6C375-38D7-4518-B977-F329922D7CFA}">
      <dgm:prSet/>
      <dgm:spPr/>
      <dgm:t>
        <a:bodyPr/>
        <a:lstStyle/>
        <a:p>
          <a:endParaRPr lang="es-PE" sz="900"/>
        </a:p>
      </dgm:t>
    </dgm:pt>
    <dgm:pt modelId="{F3903C60-AF43-4A36-A46A-ECAB067FDF34}" type="parTrans" cxnId="{22E6C375-38D7-4518-B977-F329922D7CFA}">
      <dgm:prSet/>
      <dgm:spPr/>
      <dgm:t>
        <a:bodyPr/>
        <a:lstStyle/>
        <a:p>
          <a:endParaRPr lang="es-PE" sz="900"/>
        </a:p>
      </dgm:t>
    </dgm:pt>
    <dgm:pt modelId="{AA45D526-BF3E-499B-9937-3C58B9187416}">
      <dgm:prSet phldrT="[Texto]" custT="1"/>
      <dgm:spPr>
        <a:xfrm>
          <a:off x="1796" y="751332"/>
          <a:ext cx="1167037" cy="1001776"/>
        </a:xfrm>
        <a:solidFill>
          <a:schemeClr val="bg1">
            <a:alpha val="0"/>
          </a:schemeClr>
        </a:solidFill>
        <a:ln w="12700">
          <a:solidFill>
            <a:schemeClr val="bg1">
              <a:lumMod val="85000"/>
            </a:schemeClr>
          </a:solidFill>
        </a:ln>
      </dgm:spPr>
      <dgm:t>
        <a:bodyPr/>
        <a:lstStyle/>
        <a:p>
          <a:r>
            <a:rPr lang="es-ES" sz="900" dirty="0"/>
            <a:t>Capítulo 2</a:t>
          </a:r>
          <a:r>
            <a:rPr lang="es-PE" sz="900" dirty="0"/>
            <a:t>: HTML5 y CSS3</a:t>
          </a:r>
          <a:endParaRPr lang="es-PE" sz="900" dirty="0">
            <a:latin typeface="Arial" pitchFamily="34" charset="0"/>
            <a:ea typeface="+mn-ea"/>
            <a:cs typeface="Arial" pitchFamily="34" charset="0"/>
          </a:endParaRPr>
        </a:p>
      </dgm:t>
    </dgm:pt>
    <dgm:pt modelId="{3E6B2889-DF42-4889-A70D-1DAE50504BA9}" type="parTrans" cxnId="{AADF1662-4DB1-46A4-9901-6DC6D493C267}">
      <dgm:prSet/>
      <dgm:spPr/>
      <dgm:t>
        <a:bodyPr/>
        <a:lstStyle/>
        <a:p>
          <a:endParaRPr lang="es-PE"/>
        </a:p>
      </dgm:t>
    </dgm:pt>
    <dgm:pt modelId="{FFA33260-5550-4E61-BBFF-1F96D1973802}" type="sibTrans" cxnId="{AADF1662-4DB1-46A4-9901-6DC6D493C267}">
      <dgm:prSet/>
      <dgm:spPr>
        <a:solidFill>
          <a:schemeClr val="bg1">
            <a:lumMod val="85000"/>
            <a:alpha val="90000"/>
          </a:schemeClr>
        </a:solidFill>
        <a:ln>
          <a:noFill/>
        </a:ln>
      </dgm:spPr>
      <dgm:t>
        <a:bodyPr/>
        <a:lstStyle/>
        <a:p>
          <a:endParaRPr lang="es-PE"/>
        </a:p>
      </dgm:t>
    </dgm:pt>
    <dgm:pt modelId="{54992F18-A5D4-4AA8-80B9-97C49B289D33}" type="pres">
      <dgm:prSet presAssocID="{6DF37B71-7B3B-44F1-96F5-6E46AF90C8AD}" presName="outerComposite" presStyleCnt="0">
        <dgm:presLayoutVars>
          <dgm:chMax val="5"/>
          <dgm:dir/>
          <dgm:resizeHandles val="exact"/>
        </dgm:presLayoutVars>
      </dgm:prSet>
      <dgm:spPr/>
    </dgm:pt>
    <dgm:pt modelId="{FCACC8AF-3748-479E-8671-4511F2035828}" type="pres">
      <dgm:prSet presAssocID="{6DF37B71-7B3B-44F1-96F5-6E46AF90C8AD}" presName="dummyMaxCanvas" presStyleCnt="0">
        <dgm:presLayoutVars/>
      </dgm:prSet>
      <dgm:spPr/>
    </dgm:pt>
    <dgm:pt modelId="{56FCE8EE-0841-4F11-AF7A-DC9F7649A262}" type="pres">
      <dgm:prSet presAssocID="{6DF37B71-7B3B-44F1-96F5-6E46AF90C8AD}" presName="ThreeNodes_1" presStyleLbl="node1" presStyleIdx="0" presStyleCnt="3" custLinFactY="25917" custLinFactNeighborX="13443" custLinFactNeighborY="100000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BFCCA68E-756F-4797-A5E1-F7FD629A5492}" type="pres">
      <dgm:prSet presAssocID="{6DF37B71-7B3B-44F1-96F5-6E46AF90C8AD}" presName="ThreeNodes_2" presStyleLbl="node1" presStyleIdx="1" presStyleCnt="3" custLinFactNeighborX="-3784" custLinFactNeighborY="-97635">
        <dgm:presLayoutVars>
          <dgm:bulletEnabled val="1"/>
        </dgm:presLayoutVars>
      </dgm:prSet>
      <dgm:spPr>
        <a:solidFill>
          <a:schemeClr val="bg1">
            <a:alpha val="16000"/>
          </a:schemeClr>
        </a:solidFill>
        <a:ln w="12700">
          <a:solidFill>
            <a:schemeClr val="bg1">
              <a:lumMod val="85000"/>
            </a:schemeClr>
          </a:solidFill>
        </a:ln>
      </dgm:spPr>
      <dgm:t>
        <a:bodyPr/>
        <a:lstStyle/>
        <a:p>
          <a:endParaRPr lang="es-ES"/>
        </a:p>
      </dgm:t>
    </dgm:pt>
    <dgm:pt modelId="{C99BD499-4282-4A2F-871C-AF78C588B8DA}" type="pres">
      <dgm:prSet presAssocID="{6DF37B71-7B3B-44F1-96F5-6E46AF90C8AD}" presName="ThreeNodes_3" presStyleLbl="node1" presStyleIdx="2" presStyleCnt="3" custLinFactNeighborX="2519" custLinFactNeighborY="4755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9C31A776-C409-46D2-8A7C-4B3109744E5B}" type="pres">
      <dgm:prSet presAssocID="{6DF37B71-7B3B-44F1-96F5-6E46AF90C8AD}" presName="ThreeConn_1-2" presStyleLbl="fg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D734AFD4-6F19-4447-9932-F895CF47BBB8}" type="pres">
      <dgm:prSet presAssocID="{6DF37B71-7B3B-44F1-96F5-6E46AF90C8AD}" presName="ThreeConn_2-3" presStyleLbl="fgAccFollowNode1" presStyleIdx="1" presStyleCnt="2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3A43C07A-E196-4FE0-8731-CAE5847F74A1}" type="pres">
      <dgm:prSet presAssocID="{6DF37B71-7B3B-44F1-96F5-6E46AF90C8AD}" presName="ThreeNodes_1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E077CA13-0D43-4018-9B79-E6B74BA885B1}" type="pres">
      <dgm:prSet presAssocID="{6DF37B71-7B3B-44F1-96F5-6E46AF90C8AD}" presName="ThreeNodes_2_text" presStyleLbl="node1" presStyleIdx="2" presStyleCnt="3">
        <dgm:presLayoutVars>
          <dgm:bulletEnabled val="1"/>
        </dgm:presLayoutVars>
      </dgm:prSet>
      <dgm:spPr>
        <a:solidFill>
          <a:schemeClr val="bg1">
            <a:lumMod val="85000"/>
            <a:alpha val="16000"/>
          </a:schemeClr>
        </a:solidFill>
        <a:ln w="12700">
          <a:solidFill>
            <a:schemeClr val="bg1">
              <a:lumMod val="85000"/>
            </a:schemeClr>
          </a:solidFill>
        </a:ln>
      </dgm:spPr>
      <dgm:t>
        <a:bodyPr/>
        <a:lstStyle/>
        <a:p>
          <a:endParaRPr lang="es-ES"/>
        </a:p>
      </dgm:t>
    </dgm:pt>
    <dgm:pt modelId="{C27373BA-2AE1-449D-9D88-4099C9865A7B}" type="pres">
      <dgm:prSet presAssocID="{6DF37B71-7B3B-44F1-96F5-6E46AF90C8AD}" presName="ThreeNodes_3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63EF22A6-2F7C-4B55-B9C3-A382338F231E}" type="presOf" srcId="{FB5175BF-CBAD-4A26-86CA-AC4661C1D948}" destId="{C99BD499-4282-4A2F-871C-AF78C588B8DA}" srcOrd="0" destOrd="0" presId="urn:microsoft.com/office/officeart/2005/8/layout/vProcess5"/>
    <dgm:cxn modelId="{BF213888-E39C-492D-A287-D5CA0A2AAA77}" srcId="{6DF37B71-7B3B-44F1-96F5-6E46AF90C8AD}" destId="{0D6D29CC-4DB3-48E2-87D4-315BD8CFF353}" srcOrd="0" destOrd="0" parTransId="{98031A2F-825C-4760-A7DB-9226161166C4}" sibTransId="{31BE1D60-E733-4A2D-8247-CB4A99FF9055}"/>
    <dgm:cxn modelId="{172C3B03-0B87-4649-83FD-B4EC78379DD6}" type="presOf" srcId="{0D6D29CC-4DB3-48E2-87D4-315BD8CFF353}" destId="{56FCE8EE-0841-4F11-AF7A-DC9F7649A262}" srcOrd="0" destOrd="0" presId="urn:microsoft.com/office/officeart/2005/8/layout/vProcess5"/>
    <dgm:cxn modelId="{AADF1662-4DB1-46A4-9901-6DC6D493C267}" srcId="{6DF37B71-7B3B-44F1-96F5-6E46AF90C8AD}" destId="{AA45D526-BF3E-499B-9937-3C58B9187416}" srcOrd="1" destOrd="0" parTransId="{3E6B2889-DF42-4889-A70D-1DAE50504BA9}" sibTransId="{FFA33260-5550-4E61-BBFF-1F96D1973802}"/>
    <dgm:cxn modelId="{5DAB27F4-6DAE-4F44-84A4-F0DD6A03848B}" type="presOf" srcId="{AA45D526-BF3E-499B-9937-3C58B9187416}" destId="{E077CA13-0D43-4018-9B79-E6B74BA885B1}" srcOrd="1" destOrd="0" presId="urn:microsoft.com/office/officeart/2005/8/layout/vProcess5"/>
    <dgm:cxn modelId="{A753FA6B-7A1C-4B35-A3DB-AC97E347D04B}" type="presOf" srcId="{0D6D29CC-4DB3-48E2-87D4-315BD8CFF353}" destId="{3A43C07A-E196-4FE0-8731-CAE5847F74A1}" srcOrd="1" destOrd="0" presId="urn:microsoft.com/office/officeart/2005/8/layout/vProcess5"/>
    <dgm:cxn modelId="{81B5997F-227F-4514-92AD-14CFDF5A57F4}" type="presOf" srcId="{31BE1D60-E733-4A2D-8247-CB4A99FF9055}" destId="{9C31A776-C409-46D2-8A7C-4B3109744E5B}" srcOrd="0" destOrd="0" presId="urn:microsoft.com/office/officeart/2005/8/layout/vProcess5"/>
    <dgm:cxn modelId="{22E6C375-38D7-4518-B977-F329922D7CFA}" srcId="{6DF37B71-7B3B-44F1-96F5-6E46AF90C8AD}" destId="{FB5175BF-CBAD-4A26-86CA-AC4661C1D948}" srcOrd="2" destOrd="0" parTransId="{F3903C60-AF43-4A36-A46A-ECAB067FDF34}" sibTransId="{69A73BAB-3306-4066-9DAB-EE43C76FC240}"/>
    <dgm:cxn modelId="{F0E9FC68-77F0-411A-8FFD-2A1860D4289A}" type="presOf" srcId="{6DF37B71-7B3B-44F1-96F5-6E46AF90C8AD}" destId="{54992F18-A5D4-4AA8-80B9-97C49B289D33}" srcOrd="0" destOrd="0" presId="urn:microsoft.com/office/officeart/2005/8/layout/vProcess5"/>
    <dgm:cxn modelId="{0F78AC69-96A0-4A8D-B078-2C3FD0552300}" type="presOf" srcId="{FB5175BF-CBAD-4A26-86CA-AC4661C1D948}" destId="{C27373BA-2AE1-449D-9D88-4099C9865A7B}" srcOrd="1" destOrd="0" presId="urn:microsoft.com/office/officeart/2005/8/layout/vProcess5"/>
    <dgm:cxn modelId="{7AF88DAE-EF24-4B0A-BBFD-ACC3BFB1C8D7}" type="presOf" srcId="{FFA33260-5550-4E61-BBFF-1F96D1973802}" destId="{D734AFD4-6F19-4447-9932-F895CF47BBB8}" srcOrd="0" destOrd="0" presId="urn:microsoft.com/office/officeart/2005/8/layout/vProcess5"/>
    <dgm:cxn modelId="{AD90A43C-38A8-48E8-8517-5A3208312C82}" type="presOf" srcId="{AA45D526-BF3E-499B-9937-3C58B9187416}" destId="{BFCCA68E-756F-4797-A5E1-F7FD629A5492}" srcOrd="0" destOrd="0" presId="urn:microsoft.com/office/officeart/2005/8/layout/vProcess5"/>
    <dgm:cxn modelId="{80130162-495C-4E5E-9B7D-8E1DC62977D6}" type="presParOf" srcId="{54992F18-A5D4-4AA8-80B9-97C49B289D33}" destId="{FCACC8AF-3748-479E-8671-4511F2035828}" srcOrd="0" destOrd="0" presId="urn:microsoft.com/office/officeart/2005/8/layout/vProcess5"/>
    <dgm:cxn modelId="{D5B8B8BE-3BC2-4545-B5A0-4564F165A874}" type="presParOf" srcId="{54992F18-A5D4-4AA8-80B9-97C49B289D33}" destId="{56FCE8EE-0841-4F11-AF7A-DC9F7649A262}" srcOrd="1" destOrd="0" presId="urn:microsoft.com/office/officeart/2005/8/layout/vProcess5"/>
    <dgm:cxn modelId="{E5C7A111-D255-4644-B2B6-18B544A5AEAA}" type="presParOf" srcId="{54992F18-A5D4-4AA8-80B9-97C49B289D33}" destId="{BFCCA68E-756F-4797-A5E1-F7FD629A5492}" srcOrd="2" destOrd="0" presId="urn:microsoft.com/office/officeart/2005/8/layout/vProcess5"/>
    <dgm:cxn modelId="{200E42EB-C9F6-4883-A144-B6915F5071D8}" type="presParOf" srcId="{54992F18-A5D4-4AA8-80B9-97C49B289D33}" destId="{C99BD499-4282-4A2F-871C-AF78C588B8DA}" srcOrd="3" destOrd="0" presId="urn:microsoft.com/office/officeart/2005/8/layout/vProcess5"/>
    <dgm:cxn modelId="{947233D1-5F0A-46D4-893D-F59B12DBE675}" type="presParOf" srcId="{54992F18-A5D4-4AA8-80B9-97C49B289D33}" destId="{9C31A776-C409-46D2-8A7C-4B3109744E5B}" srcOrd="4" destOrd="0" presId="urn:microsoft.com/office/officeart/2005/8/layout/vProcess5"/>
    <dgm:cxn modelId="{0D31C954-61A9-4359-88A2-4DFEF47686B2}" type="presParOf" srcId="{54992F18-A5D4-4AA8-80B9-97C49B289D33}" destId="{D734AFD4-6F19-4447-9932-F895CF47BBB8}" srcOrd="5" destOrd="0" presId="urn:microsoft.com/office/officeart/2005/8/layout/vProcess5"/>
    <dgm:cxn modelId="{118D87C7-94CD-4264-8877-8BB986723911}" type="presParOf" srcId="{54992F18-A5D4-4AA8-80B9-97C49B289D33}" destId="{3A43C07A-E196-4FE0-8731-CAE5847F74A1}" srcOrd="6" destOrd="0" presId="urn:microsoft.com/office/officeart/2005/8/layout/vProcess5"/>
    <dgm:cxn modelId="{73136B80-7DB0-4C35-9894-89179017892C}" type="presParOf" srcId="{54992F18-A5D4-4AA8-80B9-97C49B289D33}" destId="{E077CA13-0D43-4018-9B79-E6B74BA885B1}" srcOrd="7" destOrd="0" presId="urn:microsoft.com/office/officeart/2005/8/layout/vProcess5"/>
    <dgm:cxn modelId="{442A1853-F749-41C0-B89A-955B1982DEEB}" type="presParOf" srcId="{54992F18-A5D4-4AA8-80B9-97C49B289D33}" destId="{C27373BA-2AE1-449D-9D88-4099C9865A7B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FCE8EE-0841-4F11-AF7A-DC9F7649A262}">
      <dsp:nvSpPr>
        <dsp:cNvPr id="0" name=""/>
        <dsp:cNvSpPr/>
      </dsp:nvSpPr>
      <dsp:spPr>
        <a:xfrm>
          <a:off x="609479" y="287814"/>
          <a:ext cx="4533804" cy="228575"/>
        </a:xfrm>
        <a:prstGeom prst="roundRect">
          <a:avLst>
            <a:gd name="adj" fmla="val 10000"/>
          </a:avLst>
        </a:prstGeom>
        <a:solidFill>
          <a:schemeClr val="bg1">
            <a:lumMod val="85000"/>
            <a:alpha val="16000"/>
          </a:schemeClr>
        </a:solidFill>
        <a:ln w="12700" cap="flat" cmpd="sng" algn="ctr">
          <a:solidFill>
            <a:schemeClr val="bg1">
              <a:lumMod val="8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lvl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900" kern="1200" dirty="0"/>
            <a:t>Capítulo 3</a:t>
          </a:r>
          <a:r>
            <a:rPr lang="es-PE" sz="900" kern="1200" dirty="0"/>
            <a:t>: </a:t>
          </a:r>
          <a:r>
            <a:rPr lang="es-PE" sz="900" kern="1200" dirty="0" smtClean="0"/>
            <a:t>JavaScript</a:t>
          </a:r>
          <a:endParaRPr lang="es-PE" sz="900" kern="1200" dirty="0">
            <a:latin typeface="Arial" pitchFamily="34" charset="0"/>
            <a:ea typeface="+mn-ea"/>
            <a:cs typeface="Arial" pitchFamily="34" charset="0"/>
          </a:endParaRPr>
        </a:p>
      </dsp:txBody>
      <dsp:txXfrm>
        <a:off x="616174" y="294509"/>
        <a:ext cx="4287153" cy="215185"/>
      </dsp:txXfrm>
    </dsp:sp>
    <dsp:sp modelId="{BFCCA68E-756F-4797-A5E1-F7FD629A5492}">
      <dsp:nvSpPr>
        <dsp:cNvPr id="0" name=""/>
        <dsp:cNvSpPr/>
      </dsp:nvSpPr>
      <dsp:spPr>
        <a:xfrm>
          <a:off x="228482" y="43501"/>
          <a:ext cx="4533804" cy="228575"/>
        </a:xfrm>
        <a:prstGeom prst="roundRect">
          <a:avLst>
            <a:gd name="adj" fmla="val 10000"/>
          </a:avLst>
        </a:prstGeom>
        <a:solidFill>
          <a:schemeClr val="bg1">
            <a:alpha val="16000"/>
          </a:schemeClr>
        </a:solidFill>
        <a:ln w="12700" cap="flat" cmpd="sng" algn="ctr">
          <a:solidFill>
            <a:schemeClr val="bg1">
              <a:lumMod val="8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lvl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900" kern="1200" dirty="0"/>
            <a:t>Capítulo 2</a:t>
          </a:r>
          <a:r>
            <a:rPr lang="es-PE" sz="900" kern="1200" dirty="0"/>
            <a:t>: HTML5 y CSS3</a:t>
          </a:r>
          <a:endParaRPr lang="es-PE" sz="900" kern="1200" dirty="0">
            <a:latin typeface="Arial" pitchFamily="34" charset="0"/>
            <a:ea typeface="+mn-ea"/>
            <a:cs typeface="Arial" pitchFamily="34" charset="0"/>
          </a:endParaRPr>
        </a:p>
      </dsp:txBody>
      <dsp:txXfrm>
        <a:off x="235177" y="50196"/>
        <a:ext cx="3971799" cy="215185"/>
      </dsp:txXfrm>
    </dsp:sp>
    <dsp:sp modelId="{C99BD499-4282-4A2F-871C-AF78C588B8DA}">
      <dsp:nvSpPr>
        <dsp:cNvPr id="0" name=""/>
        <dsp:cNvSpPr/>
      </dsp:nvSpPr>
      <dsp:spPr>
        <a:xfrm>
          <a:off x="800083" y="533341"/>
          <a:ext cx="4533804" cy="22857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bg1">
              <a:lumMod val="8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lvl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900" kern="1200" dirty="0"/>
            <a:t>Capítulo 4</a:t>
          </a:r>
          <a:r>
            <a:rPr lang="es-PE" sz="900" kern="1200" dirty="0"/>
            <a:t>: Creando aplicaciones ASP.NET MVC</a:t>
          </a:r>
          <a:endParaRPr lang="es-PE" sz="900" kern="1200" dirty="0">
            <a:latin typeface="Arial" pitchFamily="34" charset="0"/>
            <a:ea typeface="+mn-ea"/>
            <a:cs typeface="Arial" pitchFamily="34" charset="0"/>
          </a:endParaRPr>
        </a:p>
      </dsp:txBody>
      <dsp:txXfrm>
        <a:off x="806778" y="540036"/>
        <a:ext cx="3971799" cy="215185"/>
      </dsp:txXfrm>
    </dsp:sp>
    <dsp:sp modelId="{9C31A776-C409-46D2-8A7C-4B3109744E5B}">
      <dsp:nvSpPr>
        <dsp:cNvPr id="0" name=""/>
        <dsp:cNvSpPr/>
      </dsp:nvSpPr>
      <dsp:spPr>
        <a:xfrm>
          <a:off x="4385230" y="173336"/>
          <a:ext cx="148573" cy="148573"/>
        </a:xfrm>
        <a:prstGeom prst="downArrow">
          <a:avLst>
            <a:gd name="adj1" fmla="val 55000"/>
            <a:gd name="adj2" fmla="val 45000"/>
          </a:avLst>
        </a:prstGeom>
        <a:solidFill>
          <a:schemeClr val="bg1">
            <a:lumMod val="75000"/>
            <a:alpha val="90000"/>
          </a:schemeClr>
        </a:solidFill>
        <a:ln w="3175" cap="flat" cmpd="sng" algn="ctr">
          <a:solidFill>
            <a:schemeClr val="bg1">
              <a:lumMod val="75000"/>
              <a:alpha val="9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PE" sz="900" kern="1200">
            <a:latin typeface="Arial" pitchFamily="34" charset="0"/>
            <a:cs typeface="Arial" pitchFamily="34" charset="0"/>
          </a:endParaRPr>
        </a:p>
      </dsp:txBody>
      <dsp:txXfrm>
        <a:off x="4418659" y="173336"/>
        <a:ext cx="81715" cy="111801"/>
      </dsp:txXfrm>
    </dsp:sp>
    <dsp:sp modelId="{D734AFD4-6F19-4447-9932-F895CF47BBB8}">
      <dsp:nvSpPr>
        <dsp:cNvPr id="0" name=""/>
        <dsp:cNvSpPr/>
      </dsp:nvSpPr>
      <dsp:spPr>
        <a:xfrm>
          <a:off x="4785272" y="438483"/>
          <a:ext cx="148573" cy="148573"/>
        </a:xfrm>
        <a:prstGeom prst="downArrow">
          <a:avLst>
            <a:gd name="adj1" fmla="val 55000"/>
            <a:gd name="adj2" fmla="val 45000"/>
          </a:avLst>
        </a:prstGeom>
        <a:solidFill>
          <a:schemeClr val="bg1">
            <a:lumMod val="85000"/>
            <a:alpha val="90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PE" sz="700" kern="1200"/>
        </a:p>
      </dsp:txBody>
      <dsp:txXfrm>
        <a:off x="4818701" y="438483"/>
        <a:ext cx="81715" cy="11180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3 Grupo"/>
          <p:cNvGrpSpPr>
            <a:grpSpLocks/>
          </p:cNvGrpSpPr>
          <p:nvPr/>
        </p:nvGrpSpPr>
        <p:grpSpPr bwMode="auto">
          <a:xfrm>
            <a:off x="6224243" y="36695"/>
            <a:ext cx="807352" cy="526872"/>
            <a:chOff x="0" y="0"/>
            <a:chExt cx="1960685" cy="1178170"/>
          </a:xfrm>
        </p:grpSpPr>
        <p:pic>
          <p:nvPicPr>
            <p:cNvPr id="7" name="Imagen 1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629" t="24245" r="66458" b="54298"/>
            <a:stretch>
              <a:fillRect/>
            </a:stretch>
          </p:blipFill>
          <p:spPr bwMode="auto">
            <a:xfrm>
              <a:off x="624254" y="0"/>
              <a:ext cx="668216" cy="6770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Imagen 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639" t="29260" r="23824" b="54298"/>
            <a:stretch>
              <a:fillRect/>
            </a:stretch>
          </p:blipFill>
          <p:spPr bwMode="auto">
            <a:xfrm>
              <a:off x="0" y="738554"/>
              <a:ext cx="1960685" cy="4396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84923" y="9613106"/>
            <a:ext cx="2848058" cy="5635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0476" tIns="50238" rIns="100476" bIns="50238" numCol="1" anchor="b" anchorCtr="0" compatLnSpc="1">
            <a:prstTxWarp prst="textNoShape">
              <a:avLst/>
            </a:prstTxWarp>
          </a:bodyPr>
          <a:lstStyle>
            <a:lvl1pPr algn="r" defTabSz="1005218">
              <a:spcBef>
                <a:spcPct val="0"/>
              </a:spcBef>
              <a:buClr>
                <a:srgbClr val="000000"/>
              </a:buClr>
              <a:buFont typeface="Arial" pitchFamily="34" charset="0"/>
              <a:buNone/>
              <a:defRPr sz="1200" b="1"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fld id="{3A32F9B1-DFA8-432D-A64A-C8E90F867C32}" type="slidenum">
              <a:rPr lang="en-US" sz="900" b="0" i="1"/>
              <a:pPr>
                <a:defRPr/>
              </a:pPr>
              <a:t>‹Nº›</a:t>
            </a:fld>
            <a:endParaRPr lang="en-US" sz="1000" b="0" i="1" dirty="0"/>
          </a:p>
        </p:txBody>
      </p:sp>
      <p:sp>
        <p:nvSpPr>
          <p:cNvPr id="14" name="Rectángulo 13"/>
          <p:cNvSpPr/>
          <p:nvPr/>
        </p:nvSpPr>
        <p:spPr>
          <a:xfrm>
            <a:off x="146539" y="9888315"/>
            <a:ext cx="4155657" cy="238270"/>
          </a:xfrm>
          <a:prstGeom prst="rect">
            <a:avLst/>
          </a:prstGeom>
        </p:spPr>
        <p:txBody>
          <a:bodyPr wrap="square" lIns="98807" tIns="49403" rIns="98807" bIns="49403">
            <a:spAutoFit/>
          </a:bodyPr>
          <a:lstStyle/>
          <a:p>
            <a:r>
              <a:rPr lang="es-PE" sz="900" dirty="0" err="1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Cibertec</a:t>
            </a:r>
            <a:r>
              <a:rPr lang="es-PE" sz="9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Perú S.A.C - </a:t>
            </a:r>
            <a:r>
              <a:rPr lang="en-US" sz="900" i="1" dirty="0"/>
              <a:t>Visual Studio 2015 Web Developer – C# </a:t>
            </a:r>
            <a:endParaRPr lang="es-PE" sz="900" dirty="0"/>
          </a:p>
        </p:txBody>
      </p:sp>
      <p:cxnSp>
        <p:nvCxnSpPr>
          <p:cNvPr id="15" name="Conector recto 14"/>
          <p:cNvCxnSpPr/>
          <p:nvPr/>
        </p:nvCxnSpPr>
        <p:spPr>
          <a:xfrm>
            <a:off x="-786" y="9830806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/>
          <p:cNvCxnSpPr/>
          <p:nvPr/>
        </p:nvCxnSpPr>
        <p:spPr>
          <a:xfrm>
            <a:off x="-785" y="9917906"/>
            <a:ext cx="703238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4500248"/>
      </p:ext>
    </p:extLst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Notes_TextBox_Placeholder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556145" y="5820095"/>
            <a:ext cx="6033760" cy="3527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425" tIns="13425" rIns="13425" bIns="1342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0" name="Rectangle 11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464259" y="9693737"/>
            <a:ext cx="6170782" cy="2520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052" tIns="47526" rIns="95052" bIns="47526" numCol="1" anchor="b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ClrTx/>
              <a:buFontTx/>
              <a:buNone/>
              <a:defRPr sz="1100" b="1" dirty="0" smtClean="0">
                <a:latin typeface="Arial" pitchFamily="34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1 - 3</a:t>
            </a:r>
          </a:p>
        </p:txBody>
      </p:sp>
    </p:spTree>
    <p:extLst>
      <p:ext uri="{BB962C8B-B14F-4D97-AF65-F5344CB8AC3E}">
        <p14:creationId xmlns:p14="http://schemas.microsoft.com/office/powerpoint/2010/main" val="1974209236"/>
      </p:ext>
    </p:extLst>
  </p:cSld>
  <p:clrMap bg1="lt1" tx1="dk1" bg2="lt2" tx2="dk2" accent1="accent1" accent2="accent2" accent3="accent3" accent4="accent4" accent5="accent5" accent6="accent6" hlink="hlink" folHlink="folHlink"/>
  <p:hf sldNum="0" hdr="0" dt="0"/>
  <p:notesStyle>
    <a:lvl1pPr algn="l" defTabSz="457200" rtl="0" eaLnBrk="0" fontAlgn="base" hangingPunct="0">
      <a:spcBef>
        <a:spcPts val="400"/>
      </a:spcBef>
      <a:spcAft>
        <a:spcPct val="0"/>
      </a:spcAft>
      <a:buSzPct val="100000"/>
      <a:buFont typeface="Arial" charset="0"/>
      <a:defRPr sz="1200" b="1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114300" algn="l" defTabSz="457200" rtl="0" eaLnBrk="0" fontAlgn="base" hangingPunct="0">
      <a:spcBef>
        <a:spcPts val="400"/>
      </a:spcBef>
      <a:spcAft>
        <a:spcPct val="0"/>
      </a:spcAft>
      <a:buSzPct val="100000"/>
      <a:buFont typeface="Times New Roman" pitchFamily="18" charset="0"/>
      <a:defRPr sz="1100" kern="1200">
        <a:solidFill>
          <a:srgbClr val="000000"/>
        </a:solidFill>
        <a:latin typeface="Arial" pitchFamily="34" charset="0"/>
        <a:ea typeface="+mn-ea"/>
        <a:cs typeface="+mn-cs"/>
      </a:defRPr>
    </a:lvl2pPr>
    <a:lvl3pPr marL="457200" indent="-228600" algn="l" defTabSz="457200" rtl="0" eaLnBrk="0" fontAlgn="base" hangingPunct="0">
      <a:spcBef>
        <a:spcPts val="300"/>
      </a:spcBef>
      <a:spcAft>
        <a:spcPct val="0"/>
      </a:spcAft>
      <a:buSzPct val="100000"/>
      <a:buFont typeface="Times New Roman" pitchFamily="18" charset="0"/>
      <a:buChar char="•"/>
      <a:defRPr sz="1100" kern="1200">
        <a:solidFill>
          <a:srgbClr val="000000"/>
        </a:solidFill>
        <a:latin typeface="Arial" pitchFamily="34" charset="0"/>
        <a:ea typeface="+mn-ea"/>
        <a:cs typeface="+mn-cs"/>
      </a:defRPr>
    </a:lvl3pPr>
    <a:lvl4pPr marL="800100" indent="-228600" algn="l" defTabSz="457200" rtl="0" eaLnBrk="0" fontAlgn="base" hangingPunct="0">
      <a:spcBef>
        <a:spcPts val="300"/>
      </a:spcBef>
      <a:spcAft>
        <a:spcPct val="0"/>
      </a:spcAft>
      <a:buSzPct val="100000"/>
      <a:buFont typeface="Times New Roman" pitchFamily="18" charset="0"/>
      <a:buChar char="-"/>
      <a:defRPr sz="1100" kern="1200">
        <a:solidFill>
          <a:srgbClr val="000000"/>
        </a:solidFill>
        <a:latin typeface="Arial" pitchFamily="34" charset="0"/>
        <a:ea typeface="+mn-ea"/>
        <a:cs typeface="+mn-cs"/>
      </a:defRPr>
    </a:lvl4pPr>
    <a:lvl5pPr marL="914400" algn="l" defTabSz="457200" rtl="0" eaLnBrk="0" fontAlgn="base" hangingPunct="0">
      <a:spcBef>
        <a:spcPts val="300"/>
      </a:spcBef>
      <a:spcAft>
        <a:spcPct val="0"/>
      </a:spcAft>
      <a:buSzPct val="100000"/>
      <a:buFont typeface="Times New Roman" pitchFamily="18" charset="0"/>
      <a:defRPr sz="1000" kern="1200">
        <a:solidFill>
          <a:srgbClr val="000000"/>
        </a:solidFill>
        <a:latin typeface="Courier New" pitchFamily="49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Notes Placeholder 10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/>
            <a:endParaRPr lang="es-PE" altLang="es-PE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60937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8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223838" y="511175"/>
            <a:ext cx="6651625" cy="498951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49155" name="Notes Placeholder 9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s-PE" altLang="es-PE" dirty="0">
              <a:latin typeface="Arial" charset="0"/>
            </a:endParaRPr>
          </a:p>
        </p:txBody>
      </p:sp>
      <p:sp>
        <p:nvSpPr>
          <p:cNvPr id="49156" name="Footer Placeholder 4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ts val="416"/>
              </a:spcBef>
              <a:buSzPct val="100000"/>
              <a:buFont typeface="Arial" charset="0"/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72297" indent="-297037" eaLnBrk="0" hangingPunct="0">
              <a:spcBef>
                <a:spcPts val="416"/>
              </a:spcBef>
              <a:buSzPct val="100000"/>
              <a:buFont typeface="Times New Roman" pitchFamily="18" charset="0"/>
              <a:defRPr sz="1100">
                <a:solidFill>
                  <a:srgbClr val="000000"/>
                </a:solidFill>
                <a:latin typeface="Arial" charset="0"/>
              </a:defRPr>
            </a:lvl2pPr>
            <a:lvl3pPr marL="1188149" indent="-237630" eaLnBrk="0" hangingPunct="0">
              <a:spcBef>
                <a:spcPts val="312"/>
              </a:spcBef>
              <a:buSzPct val="100000"/>
              <a:buFont typeface="Times New Roman" pitchFamily="18" charset="0"/>
              <a:buChar char="•"/>
              <a:defRPr sz="1100">
                <a:solidFill>
                  <a:srgbClr val="000000"/>
                </a:solidFill>
                <a:latin typeface="Arial" charset="0"/>
              </a:defRPr>
            </a:lvl3pPr>
            <a:lvl4pPr marL="1663408" indent="-237630" eaLnBrk="0" hangingPunct="0">
              <a:spcBef>
                <a:spcPts val="312"/>
              </a:spcBef>
              <a:buSzPct val="100000"/>
              <a:buFont typeface="Times New Roman" pitchFamily="18" charset="0"/>
              <a:buChar char="-"/>
              <a:defRPr sz="1100">
                <a:solidFill>
                  <a:srgbClr val="000000"/>
                </a:solidFill>
                <a:latin typeface="Arial" charset="0"/>
              </a:defRPr>
            </a:lvl4pPr>
            <a:lvl5pPr marL="2138667" indent="-237630" eaLnBrk="0" hangingPunct="0">
              <a:spcBef>
                <a:spcPts val="312"/>
              </a:spcBef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5pPr>
            <a:lvl6pPr marL="2613927" indent="-237630" eaLnBrk="0" fontAlgn="base" hangingPunct="0">
              <a:spcBef>
                <a:spcPts val="312"/>
              </a:spcBef>
              <a:spcAft>
                <a:spcPct val="0"/>
              </a:spcAft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6pPr>
            <a:lvl7pPr marL="3089186" indent="-237630" eaLnBrk="0" fontAlgn="base" hangingPunct="0">
              <a:spcBef>
                <a:spcPts val="312"/>
              </a:spcBef>
              <a:spcAft>
                <a:spcPct val="0"/>
              </a:spcAft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7pPr>
            <a:lvl8pPr marL="3564446" indent="-237630" eaLnBrk="0" fontAlgn="base" hangingPunct="0">
              <a:spcBef>
                <a:spcPts val="312"/>
              </a:spcBef>
              <a:spcAft>
                <a:spcPct val="0"/>
              </a:spcAft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8pPr>
            <a:lvl9pPr marL="4039705" indent="-237630" eaLnBrk="0" fontAlgn="base" hangingPunct="0">
              <a:spcBef>
                <a:spcPts val="312"/>
              </a:spcBef>
              <a:spcAft>
                <a:spcPct val="0"/>
              </a:spcAft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s-PE" sz="1100"/>
              <a:t>Oracle Database 12</a:t>
            </a:r>
            <a:r>
              <a:rPr lang="en-US" altLang="es-PE" sz="1100" i="1"/>
              <a:t>c</a:t>
            </a:r>
            <a:r>
              <a:rPr lang="en-US" altLang="es-PE" sz="1100"/>
              <a:t>: SQL Workshop I   1 - 3</a:t>
            </a:r>
          </a:p>
        </p:txBody>
      </p:sp>
    </p:spTree>
    <p:extLst>
      <p:ext uri="{BB962C8B-B14F-4D97-AF65-F5344CB8AC3E}">
        <p14:creationId xmlns:p14="http://schemas.microsoft.com/office/powerpoint/2010/main" val="24444552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8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223838" y="511175"/>
            <a:ext cx="6651625" cy="498951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49155" name="Notes Placeholder 9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s-PE" altLang="es-PE" dirty="0">
              <a:latin typeface="Arial" charset="0"/>
            </a:endParaRPr>
          </a:p>
        </p:txBody>
      </p:sp>
      <p:sp>
        <p:nvSpPr>
          <p:cNvPr id="49156" name="Footer Placeholder 4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ts val="416"/>
              </a:spcBef>
              <a:buSzPct val="100000"/>
              <a:buFont typeface="Arial" charset="0"/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72297" indent="-297037" eaLnBrk="0" hangingPunct="0">
              <a:spcBef>
                <a:spcPts val="416"/>
              </a:spcBef>
              <a:buSzPct val="100000"/>
              <a:buFont typeface="Times New Roman" pitchFamily="18" charset="0"/>
              <a:defRPr sz="1100">
                <a:solidFill>
                  <a:srgbClr val="000000"/>
                </a:solidFill>
                <a:latin typeface="Arial" charset="0"/>
              </a:defRPr>
            </a:lvl2pPr>
            <a:lvl3pPr marL="1188149" indent="-237630" eaLnBrk="0" hangingPunct="0">
              <a:spcBef>
                <a:spcPts val="312"/>
              </a:spcBef>
              <a:buSzPct val="100000"/>
              <a:buFont typeface="Times New Roman" pitchFamily="18" charset="0"/>
              <a:buChar char="•"/>
              <a:defRPr sz="1100">
                <a:solidFill>
                  <a:srgbClr val="000000"/>
                </a:solidFill>
                <a:latin typeface="Arial" charset="0"/>
              </a:defRPr>
            </a:lvl3pPr>
            <a:lvl4pPr marL="1663408" indent="-237630" eaLnBrk="0" hangingPunct="0">
              <a:spcBef>
                <a:spcPts val="312"/>
              </a:spcBef>
              <a:buSzPct val="100000"/>
              <a:buFont typeface="Times New Roman" pitchFamily="18" charset="0"/>
              <a:buChar char="-"/>
              <a:defRPr sz="1100">
                <a:solidFill>
                  <a:srgbClr val="000000"/>
                </a:solidFill>
                <a:latin typeface="Arial" charset="0"/>
              </a:defRPr>
            </a:lvl4pPr>
            <a:lvl5pPr marL="2138667" indent="-237630" eaLnBrk="0" hangingPunct="0">
              <a:spcBef>
                <a:spcPts val="312"/>
              </a:spcBef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5pPr>
            <a:lvl6pPr marL="2613927" indent="-237630" eaLnBrk="0" fontAlgn="base" hangingPunct="0">
              <a:spcBef>
                <a:spcPts val="312"/>
              </a:spcBef>
              <a:spcAft>
                <a:spcPct val="0"/>
              </a:spcAft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6pPr>
            <a:lvl7pPr marL="3089186" indent="-237630" eaLnBrk="0" fontAlgn="base" hangingPunct="0">
              <a:spcBef>
                <a:spcPts val="312"/>
              </a:spcBef>
              <a:spcAft>
                <a:spcPct val="0"/>
              </a:spcAft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7pPr>
            <a:lvl8pPr marL="3564446" indent="-237630" eaLnBrk="0" fontAlgn="base" hangingPunct="0">
              <a:spcBef>
                <a:spcPts val="312"/>
              </a:spcBef>
              <a:spcAft>
                <a:spcPct val="0"/>
              </a:spcAft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8pPr>
            <a:lvl9pPr marL="4039705" indent="-237630" eaLnBrk="0" fontAlgn="base" hangingPunct="0">
              <a:spcBef>
                <a:spcPts val="312"/>
              </a:spcBef>
              <a:spcAft>
                <a:spcPct val="0"/>
              </a:spcAft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s-PE" sz="1100"/>
              <a:t>Oracle Database 12</a:t>
            </a:r>
            <a:r>
              <a:rPr lang="en-US" altLang="es-PE" sz="1100" i="1"/>
              <a:t>c</a:t>
            </a:r>
            <a:r>
              <a:rPr lang="en-US" altLang="es-PE" sz="1100"/>
              <a:t>: SQL Workshop I   1 - 3</a:t>
            </a:r>
          </a:p>
        </p:txBody>
      </p:sp>
    </p:spTree>
    <p:extLst>
      <p:ext uri="{BB962C8B-B14F-4D97-AF65-F5344CB8AC3E}">
        <p14:creationId xmlns:p14="http://schemas.microsoft.com/office/powerpoint/2010/main" val="34712909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8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223838" y="511175"/>
            <a:ext cx="6651625" cy="498951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49155" name="Notes Placeholder 9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s-PE" altLang="es-PE" dirty="0">
              <a:latin typeface="Arial" charset="0"/>
            </a:endParaRPr>
          </a:p>
        </p:txBody>
      </p:sp>
      <p:sp>
        <p:nvSpPr>
          <p:cNvPr id="49156" name="Footer Placeholder 4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ts val="416"/>
              </a:spcBef>
              <a:buSzPct val="100000"/>
              <a:buFont typeface="Arial" charset="0"/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72297" indent="-297037" eaLnBrk="0" hangingPunct="0">
              <a:spcBef>
                <a:spcPts val="416"/>
              </a:spcBef>
              <a:buSzPct val="100000"/>
              <a:buFont typeface="Times New Roman" pitchFamily="18" charset="0"/>
              <a:defRPr sz="1100">
                <a:solidFill>
                  <a:srgbClr val="000000"/>
                </a:solidFill>
                <a:latin typeface="Arial" charset="0"/>
              </a:defRPr>
            </a:lvl2pPr>
            <a:lvl3pPr marL="1188149" indent="-237630" eaLnBrk="0" hangingPunct="0">
              <a:spcBef>
                <a:spcPts val="312"/>
              </a:spcBef>
              <a:buSzPct val="100000"/>
              <a:buFont typeface="Times New Roman" pitchFamily="18" charset="0"/>
              <a:buChar char="•"/>
              <a:defRPr sz="1100">
                <a:solidFill>
                  <a:srgbClr val="000000"/>
                </a:solidFill>
                <a:latin typeface="Arial" charset="0"/>
              </a:defRPr>
            </a:lvl3pPr>
            <a:lvl4pPr marL="1663408" indent="-237630" eaLnBrk="0" hangingPunct="0">
              <a:spcBef>
                <a:spcPts val="312"/>
              </a:spcBef>
              <a:buSzPct val="100000"/>
              <a:buFont typeface="Times New Roman" pitchFamily="18" charset="0"/>
              <a:buChar char="-"/>
              <a:defRPr sz="1100">
                <a:solidFill>
                  <a:srgbClr val="000000"/>
                </a:solidFill>
                <a:latin typeface="Arial" charset="0"/>
              </a:defRPr>
            </a:lvl4pPr>
            <a:lvl5pPr marL="2138667" indent="-237630" eaLnBrk="0" hangingPunct="0">
              <a:spcBef>
                <a:spcPts val="312"/>
              </a:spcBef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5pPr>
            <a:lvl6pPr marL="2613927" indent="-237630" eaLnBrk="0" fontAlgn="base" hangingPunct="0">
              <a:spcBef>
                <a:spcPts val="312"/>
              </a:spcBef>
              <a:spcAft>
                <a:spcPct val="0"/>
              </a:spcAft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6pPr>
            <a:lvl7pPr marL="3089186" indent="-237630" eaLnBrk="0" fontAlgn="base" hangingPunct="0">
              <a:spcBef>
                <a:spcPts val="312"/>
              </a:spcBef>
              <a:spcAft>
                <a:spcPct val="0"/>
              </a:spcAft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7pPr>
            <a:lvl8pPr marL="3564446" indent="-237630" eaLnBrk="0" fontAlgn="base" hangingPunct="0">
              <a:spcBef>
                <a:spcPts val="312"/>
              </a:spcBef>
              <a:spcAft>
                <a:spcPct val="0"/>
              </a:spcAft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8pPr>
            <a:lvl9pPr marL="4039705" indent="-237630" eaLnBrk="0" fontAlgn="base" hangingPunct="0">
              <a:spcBef>
                <a:spcPts val="312"/>
              </a:spcBef>
              <a:spcAft>
                <a:spcPct val="0"/>
              </a:spcAft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s-PE" sz="1100"/>
              <a:t>Oracle Database 12</a:t>
            </a:r>
            <a:r>
              <a:rPr lang="en-US" altLang="es-PE" sz="1100" i="1"/>
              <a:t>c</a:t>
            </a:r>
            <a:r>
              <a:rPr lang="en-US" altLang="es-PE" sz="1100"/>
              <a:t>: SQL Workshop I   1 - 3</a:t>
            </a:r>
          </a:p>
        </p:txBody>
      </p:sp>
    </p:spTree>
    <p:extLst>
      <p:ext uri="{BB962C8B-B14F-4D97-AF65-F5344CB8AC3E}">
        <p14:creationId xmlns:p14="http://schemas.microsoft.com/office/powerpoint/2010/main" val="34712909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8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223838" y="511175"/>
            <a:ext cx="6651625" cy="498951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49155" name="Notes Placeholder 9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s-PE" altLang="es-PE" dirty="0">
              <a:latin typeface="Arial" charset="0"/>
            </a:endParaRPr>
          </a:p>
        </p:txBody>
      </p:sp>
      <p:sp>
        <p:nvSpPr>
          <p:cNvPr id="49156" name="Footer Placeholder 4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ts val="416"/>
              </a:spcBef>
              <a:buSzPct val="100000"/>
              <a:buFont typeface="Arial" charset="0"/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72297" indent="-297037" eaLnBrk="0" hangingPunct="0">
              <a:spcBef>
                <a:spcPts val="416"/>
              </a:spcBef>
              <a:buSzPct val="100000"/>
              <a:buFont typeface="Times New Roman" pitchFamily="18" charset="0"/>
              <a:defRPr sz="1100">
                <a:solidFill>
                  <a:srgbClr val="000000"/>
                </a:solidFill>
                <a:latin typeface="Arial" charset="0"/>
              </a:defRPr>
            </a:lvl2pPr>
            <a:lvl3pPr marL="1188149" indent="-237630" eaLnBrk="0" hangingPunct="0">
              <a:spcBef>
                <a:spcPts val="312"/>
              </a:spcBef>
              <a:buSzPct val="100000"/>
              <a:buFont typeface="Times New Roman" pitchFamily="18" charset="0"/>
              <a:buChar char="•"/>
              <a:defRPr sz="1100">
                <a:solidFill>
                  <a:srgbClr val="000000"/>
                </a:solidFill>
                <a:latin typeface="Arial" charset="0"/>
              </a:defRPr>
            </a:lvl3pPr>
            <a:lvl4pPr marL="1663408" indent="-237630" eaLnBrk="0" hangingPunct="0">
              <a:spcBef>
                <a:spcPts val="312"/>
              </a:spcBef>
              <a:buSzPct val="100000"/>
              <a:buFont typeface="Times New Roman" pitchFamily="18" charset="0"/>
              <a:buChar char="-"/>
              <a:defRPr sz="1100">
                <a:solidFill>
                  <a:srgbClr val="000000"/>
                </a:solidFill>
                <a:latin typeface="Arial" charset="0"/>
              </a:defRPr>
            </a:lvl4pPr>
            <a:lvl5pPr marL="2138667" indent="-237630" eaLnBrk="0" hangingPunct="0">
              <a:spcBef>
                <a:spcPts val="312"/>
              </a:spcBef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5pPr>
            <a:lvl6pPr marL="2613927" indent="-237630" eaLnBrk="0" fontAlgn="base" hangingPunct="0">
              <a:spcBef>
                <a:spcPts val="312"/>
              </a:spcBef>
              <a:spcAft>
                <a:spcPct val="0"/>
              </a:spcAft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6pPr>
            <a:lvl7pPr marL="3089186" indent="-237630" eaLnBrk="0" fontAlgn="base" hangingPunct="0">
              <a:spcBef>
                <a:spcPts val="312"/>
              </a:spcBef>
              <a:spcAft>
                <a:spcPct val="0"/>
              </a:spcAft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7pPr>
            <a:lvl8pPr marL="3564446" indent="-237630" eaLnBrk="0" fontAlgn="base" hangingPunct="0">
              <a:spcBef>
                <a:spcPts val="312"/>
              </a:spcBef>
              <a:spcAft>
                <a:spcPct val="0"/>
              </a:spcAft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8pPr>
            <a:lvl9pPr marL="4039705" indent="-237630" eaLnBrk="0" fontAlgn="base" hangingPunct="0">
              <a:spcBef>
                <a:spcPts val="312"/>
              </a:spcBef>
              <a:spcAft>
                <a:spcPct val="0"/>
              </a:spcAft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s-PE" sz="1100"/>
              <a:t>Oracle Database 12</a:t>
            </a:r>
            <a:r>
              <a:rPr lang="en-US" altLang="es-PE" sz="1100" i="1"/>
              <a:t>c</a:t>
            </a:r>
            <a:r>
              <a:rPr lang="en-US" altLang="es-PE" sz="1100"/>
              <a:t>: SQL Workshop I   1 - 3</a:t>
            </a:r>
          </a:p>
        </p:txBody>
      </p:sp>
    </p:spTree>
    <p:extLst>
      <p:ext uri="{BB962C8B-B14F-4D97-AF65-F5344CB8AC3E}">
        <p14:creationId xmlns:p14="http://schemas.microsoft.com/office/powerpoint/2010/main" val="34712909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8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223838" y="511175"/>
            <a:ext cx="6651625" cy="498951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49155" name="Notes Placeholder 9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s-PE" altLang="es-PE" dirty="0">
              <a:latin typeface="Arial" charset="0"/>
            </a:endParaRPr>
          </a:p>
        </p:txBody>
      </p:sp>
      <p:sp>
        <p:nvSpPr>
          <p:cNvPr id="49156" name="Footer Placeholder 4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ts val="416"/>
              </a:spcBef>
              <a:buSzPct val="100000"/>
              <a:buFont typeface="Arial" charset="0"/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72297" indent="-297037" eaLnBrk="0" hangingPunct="0">
              <a:spcBef>
                <a:spcPts val="416"/>
              </a:spcBef>
              <a:buSzPct val="100000"/>
              <a:buFont typeface="Times New Roman" pitchFamily="18" charset="0"/>
              <a:defRPr sz="1100">
                <a:solidFill>
                  <a:srgbClr val="000000"/>
                </a:solidFill>
                <a:latin typeface="Arial" charset="0"/>
              </a:defRPr>
            </a:lvl2pPr>
            <a:lvl3pPr marL="1188149" indent="-237630" eaLnBrk="0" hangingPunct="0">
              <a:spcBef>
                <a:spcPts val="312"/>
              </a:spcBef>
              <a:buSzPct val="100000"/>
              <a:buFont typeface="Times New Roman" pitchFamily="18" charset="0"/>
              <a:buChar char="•"/>
              <a:defRPr sz="1100">
                <a:solidFill>
                  <a:srgbClr val="000000"/>
                </a:solidFill>
                <a:latin typeface="Arial" charset="0"/>
              </a:defRPr>
            </a:lvl3pPr>
            <a:lvl4pPr marL="1663408" indent="-237630" eaLnBrk="0" hangingPunct="0">
              <a:spcBef>
                <a:spcPts val="312"/>
              </a:spcBef>
              <a:buSzPct val="100000"/>
              <a:buFont typeface="Times New Roman" pitchFamily="18" charset="0"/>
              <a:buChar char="-"/>
              <a:defRPr sz="1100">
                <a:solidFill>
                  <a:srgbClr val="000000"/>
                </a:solidFill>
                <a:latin typeface="Arial" charset="0"/>
              </a:defRPr>
            </a:lvl4pPr>
            <a:lvl5pPr marL="2138667" indent="-237630" eaLnBrk="0" hangingPunct="0">
              <a:spcBef>
                <a:spcPts val="312"/>
              </a:spcBef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5pPr>
            <a:lvl6pPr marL="2613927" indent="-237630" eaLnBrk="0" fontAlgn="base" hangingPunct="0">
              <a:spcBef>
                <a:spcPts val="312"/>
              </a:spcBef>
              <a:spcAft>
                <a:spcPct val="0"/>
              </a:spcAft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6pPr>
            <a:lvl7pPr marL="3089186" indent="-237630" eaLnBrk="0" fontAlgn="base" hangingPunct="0">
              <a:spcBef>
                <a:spcPts val="312"/>
              </a:spcBef>
              <a:spcAft>
                <a:spcPct val="0"/>
              </a:spcAft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7pPr>
            <a:lvl8pPr marL="3564446" indent="-237630" eaLnBrk="0" fontAlgn="base" hangingPunct="0">
              <a:spcBef>
                <a:spcPts val="312"/>
              </a:spcBef>
              <a:spcAft>
                <a:spcPct val="0"/>
              </a:spcAft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8pPr>
            <a:lvl9pPr marL="4039705" indent="-237630" eaLnBrk="0" fontAlgn="base" hangingPunct="0">
              <a:spcBef>
                <a:spcPts val="312"/>
              </a:spcBef>
              <a:spcAft>
                <a:spcPct val="0"/>
              </a:spcAft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s-PE" sz="1100"/>
              <a:t>Oracle Database 12</a:t>
            </a:r>
            <a:r>
              <a:rPr lang="en-US" altLang="es-PE" sz="1100" i="1"/>
              <a:t>c</a:t>
            </a:r>
            <a:r>
              <a:rPr lang="en-US" altLang="es-PE" sz="1100"/>
              <a:t>: SQL Workshop I   1 - 3</a:t>
            </a:r>
          </a:p>
        </p:txBody>
      </p:sp>
    </p:spTree>
    <p:extLst>
      <p:ext uri="{BB962C8B-B14F-4D97-AF65-F5344CB8AC3E}">
        <p14:creationId xmlns:p14="http://schemas.microsoft.com/office/powerpoint/2010/main" val="34712909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8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223838" y="511175"/>
            <a:ext cx="6651625" cy="498951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49155" name="Notes Placeholder 9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s-PE" altLang="es-PE" dirty="0">
              <a:latin typeface="Arial" charset="0"/>
            </a:endParaRPr>
          </a:p>
        </p:txBody>
      </p:sp>
      <p:sp>
        <p:nvSpPr>
          <p:cNvPr id="49156" name="Footer Placeholder 4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ts val="416"/>
              </a:spcBef>
              <a:buSzPct val="100000"/>
              <a:buFont typeface="Arial" charset="0"/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72297" indent="-297037" eaLnBrk="0" hangingPunct="0">
              <a:spcBef>
                <a:spcPts val="416"/>
              </a:spcBef>
              <a:buSzPct val="100000"/>
              <a:buFont typeface="Times New Roman" pitchFamily="18" charset="0"/>
              <a:defRPr sz="1100">
                <a:solidFill>
                  <a:srgbClr val="000000"/>
                </a:solidFill>
                <a:latin typeface="Arial" charset="0"/>
              </a:defRPr>
            </a:lvl2pPr>
            <a:lvl3pPr marL="1188149" indent="-237630" eaLnBrk="0" hangingPunct="0">
              <a:spcBef>
                <a:spcPts val="312"/>
              </a:spcBef>
              <a:buSzPct val="100000"/>
              <a:buFont typeface="Times New Roman" pitchFamily="18" charset="0"/>
              <a:buChar char="•"/>
              <a:defRPr sz="1100">
                <a:solidFill>
                  <a:srgbClr val="000000"/>
                </a:solidFill>
                <a:latin typeface="Arial" charset="0"/>
              </a:defRPr>
            </a:lvl3pPr>
            <a:lvl4pPr marL="1663408" indent="-237630" eaLnBrk="0" hangingPunct="0">
              <a:spcBef>
                <a:spcPts val="312"/>
              </a:spcBef>
              <a:buSzPct val="100000"/>
              <a:buFont typeface="Times New Roman" pitchFamily="18" charset="0"/>
              <a:buChar char="-"/>
              <a:defRPr sz="1100">
                <a:solidFill>
                  <a:srgbClr val="000000"/>
                </a:solidFill>
                <a:latin typeface="Arial" charset="0"/>
              </a:defRPr>
            </a:lvl4pPr>
            <a:lvl5pPr marL="2138667" indent="-237630" eaLnBrk="0" hangingPunct="0">
              <a:spcBef>
                <a:spcPts val="312"/>
              </a:spcBef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5pPr>
            <a:lvl6pPr marL="2613927" indent="-237630" eaLnBrk="0" fontAlgn="base" hangingPunct="0">
              <a:spcBef>
                <a:spcPts val="312"/>
              </a:spcBef>
              <a:spcAft>
                <a:spcPct val="0"/>
              </a:spcAft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6pPr>
            <a:lvl7pPr marL="3089186" indent="-237630" eaLnBrk="0" fontAlgn="base" hangingPunct="0">
              <a:spcBef>
                <a:spcPts val="312"/>
              </a:spcBef>
              <a:spcAft>
                <a:spcPct val="0"/>
              </a:spcAft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7pPr>
            <a:lvl8pPr marL="3564446" indent="-237630" eaLnBrk="0" fontAlgn="base" hangingPunct="0">
              <a:spcBef>
                <a:spcPts val="312"/>
              </a:spcBef>
              <a:spcAft>
                <a:spcPct val="0"/>
              </a:spcAft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8pPr>
            <a:lvl9pPr marL="4039705" indent="-237630" eaLnBrk="0" fontAlgn="base" hangingPunct="0">
              <a:spcBef>
                <a:spcPts val="312"/>
              </a:spcBef>
              <a:spcAft>
                <a:spcPct val="0"/>
              </a:spcAft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s-PE" sz="1100"/>
              <a:t>Oracle Database 12</a:t>
            </a:r>
            <a:r>
              <a:rPr lang="en-US" altLang="es-PE" sz="1100" i="1"/>
              <a:t>c</a:t>
            </a:r>
            <a:r>
              <a:rPr lang="en-US" altLang="es-PE" sz="1100"/>
              <a:t>: SQL Workshop I   1 - 3</a:t>
            </a:r>
          </a:p>
        </p:txBody>
      </p:sp>
    </p:spTree>
    <p:extLst>
      <p:ext uri="{BB962C8B-B14F-4D97-AF65-F5344CB8AC3E}">
        <p14:creationId xmlns:p14="http://schemas.microsoft.com/office/powerpoint/2010/main" val="34712909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8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223838" y="511175"/>
            <a:ext cx="6651625" cy="498951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49155" name="Notes Placeholder 9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s-PE" altLang="es-PE" dirty="0">
              <a:latin typeface="Arial" charset="0"/>
            </a:endParaRPr>
          </a:p>
        </p:txBody>
      </p:sp>
      <p:sp>
        <p:nvSpPr>
          <p:cNvPr id="49156" name="Footer Placeholder 4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ts val="416"/>
              </a:spcBef>
              <a:buSzPct val="100000"/>
              <a:buFont typeface="Arial" charset="0"/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72297" indent="-297037" eaLnBrk="0" hangingPunct="0">
              <a:spcBef>
                <a:spcPts val="416"/>
              </a:spcBef>
              <a:buSzPct val="100000"/>
              <a:buFont typeface="Times New Roman" pitchFamily="18" charset="0"/>
              <a:defRPr sz="1100">
                <a:solidFill>
                  <a:srgbClr val="000000"/>
                </a:solidFill>
                <a:latin typeface="Arial" charset="0"/>
              </a:defRPr>
            </a:lvl2pPr>
            <a:lvl3pPr marL="1188149" indent="-237630" eaLnBrk="0" hangingPunct="0">
              <a:spcBef>
                <a:spcPts val="312"/>
              </a:spcBef>
              <a:buSzPct val="100000"/>
              <a:buFont typeface="Times New Roman" pitchFamily="18" charset="0"/>
              <a:buChar char="•"/>
              <a:defRPr sz="1100">
                <a:solidFill>
                  <a:srgbClr val="000000"/>
                </a:solidFill>
                <a:latin typeface="Arial" charset="0"/>
              </a:defRPr>
            </a:lvl3pPr>
            <a:lvl4pPr marL="1663408" indent="-237630" eaLnBrk="0" hangingPunct="0">
              <a:spcBef>
                <a:spcPts val="312"/>
              </a:spcBef>
              <a:buSzPct val="100000"/>
              <a:buFont typeface="Times New Roman" pitchFamily="18" charset="0"/>
              <a:buChar char="-"/>
              <a:defRPr sz="1100">
                <a:solidFill>
                  <a:srgbClr val="000000"/>
                </a:solidFill>
                <a:latin typeface="Arial" charset="0"/>
              </a:defRPr>
            </a:lvl4pPr>
            <a:lvl5pPr marL="2138667" indent="-237630" eaLnBrk="0" hangingPunct="0">
              <a:spcBef>
                <a:spcPts val="312"/>
              </a:spcBef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5pPr>
            <a:lvl6pPr marL="2613927" indent="-237630" eaLnBrk="0" fontAlgn="base" hangingPunct="0">
              <a:spcBef>
                <a:spcPts val="312"/>
              </a:spcBef>
              <a:spcAft>
                <a:spcPct val="0"/>
              </a:spcAft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6pPr>
            <a:lvl7pPr marL="3089186" indent="-237630" eaLnBrk="0" fontAlgn="base" hangingPunct="0">
              <a:spcBef>
                <a:spcPts val="312"/>
              </a:spcBef>
              <a:spcAft>
                <a:spcPct val="0"/>
              </a:spcAft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7pPr>
            <a:lvl8pPr marL="3564446" indent="-237630" eaLnBrk="0" fontAlgn="base" hangingPunct="0">
              <a:spcBef>
                <a:spcPts val="312"/>
              </a:spcBef>
              <a:spcAft>
                <a:spcPct val="0"/>
              </a:spcAft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8pPr>
            <a:lvl9pPr marL="4039705" indent="-237630" eaLnBrk="0" fontAlgn="base" hangingPunct="0">
              <a:spcBef>
                <a:spcPts val="312"/>
              </a:spcBef>
              <a:spcAft>
                <a:spcPct val="0"/>
              </a:spcAft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s-PE" sz="1100"/>
              <a:t>Oracle Database 12</a:t>
            </a:r>
            <a:r>
              <a:rPr lang="en-US" altLang="es-PE" sz="1100" i="1"/>
              <a:t>c</a:t>
            </a:r>
            <a:r>
              <a:rPr lang="en-US" altLang="es-PE" sz="1100"/>
              <a:t>: SQL Workshop I   1 - 3</a:t>
            </a:r>
          </a:p>
        </p:txBody>
      </p:sp>
    </p:spTree>
    <p:extLst>
      <p:ext uri="{BB962C8B-B14F-4D97-AF65-F5344CB8AC3E}">
        <p14:creationId xmlns:p14="http://schemas.microsoft.com/office/powerpoint/2010/main" val="34712909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8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223838" y="511175"/>
            <a:ext cx="6651625" cy="498951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49155" name="Notes Placeholder 9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s-PE" altLang="es-PE" dirty="0">
              <a:latin typeface="Arial" charset="0"/>
            </a:endParaRPr>
          </a:p>
        </p:txBody>
      </p:sp>
      <p:sp>
        <p:nvSpPr>
          <p:cNvPr id="49156" name="Footer Placeholder 4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ts val="416"/>
              </a:spcBef>
              <a:buSzPct val="100000"/>
              <a:buFont typeface="Arial" charset="0"/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72297" indent="-297037" eaLnBrk="0" hangingPunct="0">
              <a:spcBef>
                <a:spcPts val="416"/>
              </a:spcBef>
              <a:buSzPct val="100000"/>
              <a:buFont typeface="Times New Roman" pitchFamily="18" charset="0"/>
              <a:defRPr sz="1100">
                <a:solidFill>
                  <a:srgbClr val="000000"/>
                </a:solidFill>
                <a:latin typeface="Arial" charset="0"/>
              </a:defRPr>
            </a:lvl2pPr>
            <a:lvl3pPr marL="1188149" indent="-237630" eaLnBrk="0" hangingPunct="0">
              <a:spcBef>
                <a:spcPts val="312"/>
              </a:spcBef>
              <a:buSzPct val="100000"/>
              <a:buFont typeface="Times New Roman" pitchFamily="18" charset="0"/>
              <a:buChar char="•"/>
              <a:defRPr sz="1100">
                <a:solidFill>
                  <a:srgbClr val="000000"/>
                </a:solidFill>
                <a:latin typeface="Arial" charset="0"/>
              </a:defRPr>
            </a:lvl3pPr>
            <a:lvl4pPr marL="1663408" indent="-237630" eaLnBrk="0" hangingPunct="0">
              <a:spcBef>
                <a:spcPts val="312"/>
              </a:spcBef>
              <a:buSzPct val="100000"/>
              <a:buFont typeface="Times New Roman" pitchFamily="18" charset="0"/>
              <a:buChar char="-"/>
              <a:defRPr sz="1100">
                <a:solidFill>
                  <a:srgbClr val="000000"/>
                </a:solidFill>
                <a:latin typeface="Arial" charset="0"/>
              </a:defRPr>
            </a:lvl4pPr>
            <a:lvl5pPr marL="2138667" indent="-237630" eaLnBrk="0" hangingPunct="0">
              <a:spcBef>
                <a:spcPts val="312"/>
              </a:spcBef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5pPr>
            <a:lvl6pPr marL="2613927" indent="-237630" eaLnBrk="0" fontAlgn="base" hangingPunct="0">
              <a:spcBef>
                <a:spcPts val="312"/>
              </a:spcBef>
              <a:spcAft>
                <a:spcPct val="0"/>
              </a:spcAft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6pPr>
            <a:lvl7pPr marL="3089186" indent="-237630" eaLnBrk="0" fontAlgn="base" hangingPunct="0">
              <a:spcBef>
                <a:spcPts val="312"/>
              </a:spcBef>
              <a:spcAft>
                <a:spcPct val="0"/>
              </a:spcAft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7pPr>
            <a:lvl8pPr marL="3564446" indent="-237630" eaLnBrk="0" fontAlgn="base" hangingPunct="0">
              <a:spcBef>
                <a:spcPts val="312"/>
              </a:spcBef>
              <a:spcAft>
                <a:spcPct val="0"/>
              </a:spcAft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8pPr>
            <a:lvl9pPr marL="4039705" indent="-237630" eaLnBrk="0" fontAlgn="base" hangingPunct="0">
              <a:spcBef>
                <a:spcPts val="312"/>
              </a:spcBef>
              <a:spcAft>
                <a:spcPct val="0"/>
              </a:spcAft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s-PE" sz="1100"/>
              <a:t>Oracle Database 12</a:t>
            </a:r>
            <a:r>
              <a:rPr lang="en-US" altLang="es-PE" sz="1100" i="1"/>
              <a:t>c</a:t>
            </a:r>
            <a:r>
              <a:rPr lang="en-US" altLang="es-PE" sz="1100"/>
              <a:t>: SQL Workshop I   1 - 3</a:t>
            </a:r>
          </a:p>
        </p:txBody>
      </p:sp>
    </p:spTree>
    <p:extLst>
      <p:ext uri="{BB962C8B-B14F-4D97-AF65-F5344CB8AC3E}">
        <p14:creationId xmlns:p14="http://schemas.microsoft.com/office/powerpoint/2010/main" val="34712909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8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223838" y="511175"/>
            <a:ext cx="6651625" cy="498951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49155" name="Notes Placeholder 9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s-PE" altLang="es-PE" dirty="0">
              <a:latin typeface="Arial" charset="0"/>
            </a:endParaRPr>
          </a:p>
        </p:txBody>
      </p:sp>
      <p:sp>
        <p:nvSpPr>
          <p:cNvPr id="49156" name="Footer Placeholder 4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ts val="416"/>
              </a:spcBef>
              <a:buSzPct val="100000"/>
              <a:buFont typeface="Arial" charset="0"/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72297" indent="-297037" eaLnBrk="0" hangingPunct="0">
              <a:spcBef>
                <a:spcPts val="416"/>
              </a:spcBef>
              <a:buSzPct val="100000"/>
              <a:buFont typeface="Times New Roman" pitchFamily="18" charset="0"/>
              <a:defRPr sz="1100">
                <a:solidFill>
                  <a:srgbClr val="000000"/>
                </a:solidFill>
                <a:latin typeface="Arial" charset="0"/>
              </a:defRPr>
            </a:lvl2pPr>
            <a:lvl3pPr marL="1188149" indent="-237630" eaLnBrk="0" hangingPunct="0">
              <a:spcBef>
                <a:spcPts val="312"/>
              </a:spcBef>
              <a:buSzPct val="100000"/>
              <a:buFont typeface="Times New Roman" pitchFamily="18" charset="0"/>
              <a:buChar char="•"/>
              <a:defRPr sz="1100">
                <a:solidFill>
                  <a:srgbClr val="000000"/>
                </a:solidFill>
                <a:latin typeface="Arial" charset="0"/>
              </a:defRPr>
            </a:lvl3pPr>
            <a:lvl4pPr marL="1663408" indent="-237630" eaLnBrk="0" hangingPunct="0">
              <a:spcBef>
                <a:spcPts val="312"/>
              </a:spcBef>
              <a:buSzPct val="100000"/>
              <a:buFont typeface="Times New Roman" pitchFamily="18" charset="0"/>
              <a:buChar char="-"/>
              <a:defRPr sz="1100">
                <a:solidFill>
                  <a:srgbClr val="000000"/>
                </a:solidFill>
                <a:latin typeface="Arial" charset="0"/>
              </a:defRPr>
            </a:lvl4pPr>
            <a:lvl5pPr marL="2138667" indent="-237630" eaLnBrk="0" hangingPunct="0">
              <a:spcBef>
                <a:spcPts val="312"/>
              </a:spcBef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5pPr>
            <a:lvl6pPr marL="2613927" indent="-237630" eaLnBrk="0" fontAlgn="base" hangingPunct="0">
              <a:spcBef>
                <a:spcPts val="312"/>
              </a:spcBef>
              <a:spcAft>
                <a:spcPct val="0"/>
              </a:spcAft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6pPr>
            <a:lvl7pPr marL="3089186" indent="-237630" eaLnBrk="0" fontAlgn="base" hangingPunct="0">
              <a:spcBef>
                <a:spcPts val="312"/>
              </a:spcBef>
              <a:spcAft>
                <a:spcPct val="0"/>
              </a:spcAft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7pPr>
            <a:lvl8pPr marL="3564446" indent="-237630" eaLnBrk="0" fontAlgn="base" hangingPunct="0">
              <a:spcBef>
                <a:spcPts val="312"/>
              </a:spcBef>
              <a:spcAft>
                <a:spcPct val="0"/>
              </a:spcAft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8pPr>
            <a:lvl9pPr marL="4039705" indent="-237630" eaLnBrk="0" fontAlgn="base" hangingPunct="0">
              <a:spcBef>
                <a:spcPts val="312"/>
              </a:spcBef>
              <a:spcAft>
                <a:spcPct val="0"/>
              </a:spcAft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s-PE" sz="1100"/>
              <a:t>Oracle Database 12</a:t>
            </a:r>
            <a:r>
              <a:rPr lang="en-US" altLang="es-PE" sz="1100" i="1"/>
              <a:t>c</a:t>
            </a:r>
            <a:r>
              <a:rPr lang="en-US" altLang="es-PE" sz="1100"/>
              <a:t>: SQL Workshop I   1 - 3</a:t>
            </a:r>
          </a:p>
        </p:txBody>
      </p:sp>
    </p:spTree>
    <p:extLst>
      <p:ext uri="{BB962C8B-B14F-4D97-AF65-F5344CB8AC3E}">
        <p14:creationId xmlns:p14="http://schemas.microsoft.com/office/powerpoint/2010/main" val="34712909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8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223838" y="511175"/>
            <a:ext cx="6651625" cy="498951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49155" name="Notes Placeholder 9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s-PE" altLang="es-PE" dirty="0">
              <a:latin typeface="Arial" charset="0"/>
            </a:endParaRPr>
          </a:p>
        </p:txBody>
      </p:sp>
      <p:sp>
        <p:nvSpPr>
          <p:cNvPr id="49156" name="Footer Placeholder 4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ts val="416"/>
              </a:spcBef>
              <a:buSzPct val="100000"/>
              <a:buFont typeface="Arial" charset="0"/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72297" indent="-297037" eaLnBrk="0" hangingPunct="0">
              <a:spcBef>
                <a:spcPts val="416"/>
              </a:spcBef>
              <a:buSzPct val="100000"/>
              <a:buFont typeface="Times New Roman" pitchFamily="18" charset="0"/>
              <a:defRPr sz="1100">
                <a:solidFill>
                  <a:srgbClr val="000000"/>
                </a:solidFill>
                <a:latin typeface="Arial" charset="0"/>
              </a:defRPr>
            </a:lvl2pPr>
            <a:lvl3pPr marL="1188149" indent="-237630" eaLnBrk="0" hangingPunct="0">
              <a:spcBef>
                <a:spcPts val="312"/>
              </a:spcBef>
              <a:buSzPct val="100000"/>
              <a:buFont typeface="Times New Roman" pitchFamily="18" charset="0"/>
              <a:buChar char="•"/>
              <a:defRPr sz="1100">
                <a:solidFill>
                  <a:srgbClr val="000000"/>
                </a:solidFill>
                <a:latin typeface="Arial" charset="0"/>
              </a:defRPr>
            </a:lvl3pPr>
            <a:lvl4pPr marL="1663408" indent="-237630" eaLnBrk="0" hangingPunct="0">
              <a:spcBef>
                <a:spcPts val="312"/>
              </a:spcBef>
              <a:buSzPct val="100000"/>
              <a:buFont typeface="Times New Roman" pitchFamily="18" charset="0"/>
              <a:buChar char="-"/>
              <a:defRPr sz="1100">
                <a:solidFill>
                  <a:srgbClr val="000000"/>
                </a:solidFill>
                <a:latin typeface="Arial" charset="0"/>
              </a:defRPr>
            </a:lvl4pPr>
            <a:lvl5pPr marL="2138667" indent="-237630" eaLnBrk="0" hangingPunct="0">
              <a:spcBef>
                <a:spcPts val="312"/>
              </a:spcBef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5pPr>
            <a:lvl6pPr marL="2613927" indent="-237630" eaLnBrk="0" fontAlgn="base" hangingPunct="0">
              <a:spcBef>
                <a:spcPts val="312"/>
              </a:spcBef>
              <a:spcAft>
                <a:spcPct val="0"/>
              </a:spcAft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6pPr>
            <a:lvl7pPr marL="3089186" indent="-237630" eaLnBrk="0" fontAlgn="base" hangingPunct="0">
              <a:spcBef>
                <a:spcPts val="312"/>
              </a:spcBef>
              <a:spcAft>
                <a:spcPct val="0"/>
              </a:spcAft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7pPr>
            <a:lvl8pPr marL="3564446" indent="-237630" eaLnBrk="0" fontAlgn="base" hangingPunct="0">
              <a:spcBef>
                <a:spcPts val="312"/>
              </a:spcBef>
              <a:spcAft>
                <a:spcPct val="0"/>
              </a:spcAft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8pPr>
            <a:lvl9pPr marL="4039705" indent="-237630" eaLnBrk="0" fontAlgn="base" hangingPunct="0">
              <a:spcBef>
                <a:spcPts val="312"/>
              </a:spcBef>
              <a:spcAft>
                <a:spcPct val="0"/>
              </a:spcAft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s-PE" sz="1100"/>
              <a:t>Oracle Database 12</a:t>
            </a:r>
            <a:r>
              <a:rPr lang="en-US" altLang="es-PE" sz="1100" i="1"/>
              <a:t>c</a:t>
            </a:r>
            <a:r>
              <a:rPr lang="en-US" altLang="es-PE" sz="1100"/>
              <a:t>: SQL Workshop I   1 - 3</a:t>
            </a:r>
          </a:p>
        </p:txBody>
      </p:sp>
    </p:spTree>
    <p:extLst>
      <p:ext uri="{BB962C8B-B14F-4D97-AF65-F5344CB8AC3E}">
        <p14:creationId xmlns:p14="http://schemas.microsoft.com/office/powerpoint/2010/main" val="34712909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8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223838" y="511175"/>
            <a:ext cx="6651625" cy="498951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49155" name="Notes Placeholder 9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s-PE" altLang="es-PE" dirty="0">
              <a:latin typeface="Arial" charset="0"/>
            </a:endParaRPr>
          </a:p>
        </p:txBody>
      </p:sp>
      <p:sp>
        <p:nvSpPr>
          <p:cNvPr id="49156" name="Footer Placeholder 4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ts val="416"/>
              </a:spcBef>
              <a:buSzPct val="100000"/>
              <a:buFont typeface="Arial" charset="0"/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72297" indent="-297037" eaLnBrk="0" hangingPunct="0">
              <a:spcBef>
                <a:spcPts val="416"/>
              </a:spcBef>
              <a:buSzPct val="100000"/>
              <a:buFont typeface="Times New Roman" pitchFamily="18" charset="0"/>
              <a:defRPr sz="1100">
                <a:solidFill>
                  <a:srgbClr val="000000"/>
                </a:solidFill>
                <a:latin typeface="Arial" charset="0"/>
              </a:defRPr>
            </a:lvl2pPr>
            <a:lvl3pPr marL="1188149" indent="-237630" eaLnBrk="0" hangingPunct="0">
              <a:spcBef>
                <a:spcPts val="312"/>
              </a:spcBef>
              <a:buSzPct val="100000"/>
              <a:buFont typeface="Times New Roman" pitchFamily="18" charset="0"/>
              <a:buChar char="•"/>
              <a:defRPr sz="1100">
                <a:solidFill>
                  <a:srgbClr val="000000"/>
                </a:solidFill>
                <a:latin typeface="Arial" charset="0"/>
              </a:defRPr>
            </a:lvl3pPr>
            <a:lvl4pPr marL="1663408" indent="-237630" eaLnBrk="0" hangingPunct="0">
              <a:spcBef>
                <a:spcPts val="312"/>
              </a:spcBef>
              <a:buSzPct val="100000"/>
              <a:buFont typeface="Times New Roman" pitchFamily="18" charset="0"/>
              <a:buChar char="-"/>
              <a:defRPr sz="1100">
                <a:solidFill>
                  <a:srgbClr val="000000"/>
                </a:solidFill>
                <a:latin typeface="Arial" charset="0"/>
              </a:defRPr>
            </a:lvl4pPr>
            <a:lvl5pPr marL="2138667" indent="-237630" eaLnBrk="0" hangingPunct="0">
              <a:spcBef>
                <a:spcPts val="312"/>
              </a:spcBef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5pPr>
            <a:lvl6pPr marL="2613927" indent="-237630" eaLnBrk="0" fontAlgn="base" hangingPunct="0">
              <a:spcBef>
                <a:spcPts val="312"/>
              </a:spcBef>
              <a:spcAft>
                <a:spcPct val="0"/>
              </a:spcAft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6pPr>
            <a:lvl7pPr marL="3089186" indent="-237630" eaLnBrk="0" fontAlgn="base" hangingPunct="0">
              <a:spcBef>
                <a:spcPts val="312"/>
              </a:spcBef>
              <a:spcAft>
                <a:spcPct val="0"/>
              </a:spcAft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7pPr>
            <a:lvl8pPr marL="3564446" indent="-237630" eaLnBrk="0" fontAlgn="base" hangingPunct="0">
              <a:spcBef>
                <a:spcPts val="312"/>
              </a:spcBef>
              <a:spcAft>
                <a:spcPct val="0"/>
              </a:spcAft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8pPr>
            <a:lvl9pPr marL="4039705" indent="-237630" eaLnBrk="0" fontAlgn="base" hangingPunct="0">
              <a:spcBef>
                <a:spcPts val="312"/>
              </a:spcBef>
              <a:spcAft>
                <a:spcPct val="0"/>
              </a:spcAft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s-PE" sz="1100"/>
              <a:t>Oracle Database 12</a:t>
            </a:r>
            <a:r>
              <a:rPr lang="en-US" altLang="es-PE" sz="1100" i="1"/>
              <a:t>c</a:t>
            </a:r>
            <a:r>
              <a:rPr lang="en-US" altLang="es-PE" sz="1100"/>
              <a:t>: SQL Workshop I   1 - 3</a:t>
            </a:r>
          </a:p>
        </p:txBody>
      </p:sp>
    </p:spTree>
    <p:extLst>
      <p:ext uri="{BB962C8B-B14F-4D97-AF65-F5344CB8AC3E}">
        <p14:creationId xmlns:p14="http://schemas.microsoft.com/office/powerpoint/2010/main" val="34712909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8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223838" y="511175"/>
            <a:ext cx="6651625" cy="498951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49155" name="Notes Placeholder 9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s-PE" altLang="es-PE" dirty="0">
              <a:latin typeface="Arial" charset="0"/>
            </a:endParaRPr>
          </a:p>
        </p:txBody>
      </p:sp>
      <p:sp>
        <p:nvSpPr>
          <p:cNvPr id="49156" name="Footer Placeholder 4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ts val="416"/>
              </a:spcBef>
              <a:buSzPct val="100000"/>
              <a:buFont typeface="Arial" charset="0"/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72297" indent="-297037" eaLnBrk="0" hangingPunct="0">
              <a:spcBef>
                <a:spcPts val="416"/>
              </a:spcBef>
              <a:buSzPct val="100000"/>
              <a:buFont typeface="Times New Roman" pitchFamily="18" charset="0"/>
              <a:defRPr sz="1100">
                <a:solidFill>
                  <a:srgbClr val="000000"/>
                </a:solidFill>
                <a:latin typeface="Arial" charset="0"/>
              </a:defRPr>
            </a:lvl2pPr>
            <a:lvl3pPr marL="1188149" indent="-237630" eaLnBrk="0" hangingPunct="0">
              <a:spcBef>
                <a:spcPts val="312"/>
              </a:spcBef>
              <a:buSzPct val="100000"/>
              <a:buFont typeface="Times New Roman" pitchFamily="18" charset="0"/>
              <a:buChar char="•"/>
              <a:defRPr sz="1100">
                <a:solidFill>
                  <a:srgbClr val="000000"/>
                </a:solidFill>
                <a:latin typeface="Arial" charset="0"/>
              </a:defRPr>
            </a:lvl3pPr>
            <a:lvl4pPr marL="1663408" indent="-237630" eaLnBrk="0" hangingPunct="0">
              <a:spcBef>
                <a:spcPts val="312"/>
              </a:spcBef>
              <a:buSzPct val="100000"/>
              <a:buFont typeface="Times New Roman" pitchFamily="18" charset="0"/>
              <a:buChar char="-"/>
              <a:defRPr sz="1100">
                <a:solidFill>
                  <a:srgbClr val="000000"/>
                </a:solidFill>
                <a:latin typeface="Arial" charset="0"/>
              </a:defRPr>
            </a:lvl4pPr>
            <a:lvl5pPr marL="2138667" indent="-237630" eaLnBrk="0" hangingPunct="0">
              <a:spcBef>
                <a:spcPts val="312"/>
              </a:spcBef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5pPr>
            <a:lvl6pPr marL="2613927" indent="-237630" eaLnBrk="0" fontAlgn="base" hangingPunct="0">
              <a:spcBef>
                <a:spcPts val="312"/>
              </a:spcBef>
              <a:spcAft>
                <a:spcPct val="0"/>
              </a:spcAft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6pPr>
            <a:lvl7pPr marL="3089186" indent="-237630" eaLnBrk="0" fontAlgn="base" hangingPunct="0">
              <a:spcBef>
                <a:spcPts val="312"/>
              </a:spcBef>
              <a:spcAft>
                <a:spcPct val="0"/>
              </a:spcAft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7pPr>
            <a:lvl8pPr marL="3564446" indent="-237630" eaLnBrk="0" fontAlgn="base" hangingPunct="0">
              <a:spcBef>
                <a:spcPts val="312"/>
              </a:spcBef>
              <a:spcAft>
                <a:spcPct val="0"/>
              </a:spcAft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8pPr>
            <a:lvl9pPr marL="4039705" indent="-237630" eaLnBrk="0" fontAlgn="base" hangingPunct="0">
              <a:spcBef>
                <a:spcPts val="312"/>
              </a:spcBef>
              <a:spcAft>
                <a:spcPct val="0"/>
              </a:spcAft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s-PE" sz="1100"/>
              <a:t>Oracle Database 12</a:t>
            </a:r>
            <a:r>
              <a:rPr lang="en-US" altLang="es-PE" sz="1100" i="1"/>
              <a:t>c</a:t>
            </a:r>
            <a:r>
              <a:rPr lang="en-US" altLang="es-PE" sz="1100"/>
              <a:t>: SQL Workshop I   1 - 3</a:t>
            </a:r>
          </a:p>
        </p:txBody>
      </p:sp>
    </p:spTree>
    <p:extLst>
      <p:ext uri="{BB962C8B-B14F-4D97-AF65-F5344CB8AC3E}">
        <p14:creationId xmlns:p14="http://schemas.microsoft.com/office/powerpoint/2010/main" val="34712909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8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223838" y="511175"/>
            <a:ext cx="6651625" cy="498951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49155" name="Notes Placeholder 9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s-PE" altLang="es-PE" dirty="0">
              <a:latin typeface="Arial" charset="0"/>
            </a:endParaRPr>
          </a:p>
        </p:txBody>
      </p:sp>
      <p:sp>
        <p:nvSpPr>
          <p:cNvPr id="49156" name="Footer Placeholder 4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ts val="416"/>
              </a:spcBef>
              <a:buSzPct val="100000"/>
              <a:buFont typeface="Arial" charset="0"/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72297" indent="-297037" eaLnBrk="0" hangingPunct="0">
              <a:spcBef>
                <a:spcPts val="416"/>
              </a:spcBef>
              <a:buSzPct val="100000"/>
              <a:buFont typeface="Times New Roman" pitchFamily="18" charset="0"/>
              <a:defRPr sz="1100">
                <a:solidFill>
                  <a:srgbClr val="000000"/>
                </a:solidFill>
                <a:latin typeface="Arial" charset="0"/>
              </a:defRPr>
            </a:lvl2pPr>
            <a:lvl3pPr marL="1188149" indent="-237630" eaLnBrk="0" hangingPunct="0">
              <a:spcBef>
                <a:spcPts val="312"/>
              </a:spcBef>
              <a:buSzPct val="100000"/>
              <a:buFont typeface="Times New Roman" pitchFamily="18" charset="0"/>
              <a:buChar char="•"/>
              <a:defRPr sz="1100">
                <a:solidFill>
                  <a:srgbClr val="000000"/>
                </a:solidFill>
                <a:latin typeface="Arial" charset="0"/>
              </a:defRPr>
            </a:lvl3pPr>
            <a:lvl4pPr marL="1663408" indent="-237630" eaLnBrk="0" hangingPunct="0">
              <a:spcBef>
                <a:spcPts val="312"/>
              </a:spcBef>
              <a:buSzPct val="100000"/>
              <a:buFont typeface="Times New Roman" pitchFamily="18" charset="0"/>
              <a:buChar char="-"/>
              <a:defRPr sz="1100">
                <a:solidFill>
                  <a:srgbClr val="000000"/>
                </a:solidFill>
                <a:latin typeface="Arial" charset="0"/>
              </a:defRPr>
            </a:lvl4pPr>
            <a:lvl5pPr marL="2138667" indent="-237630" eaLnBrk="0" hangingPunct="0">
              <a:spcBef>
                <a:spcPts val="312"/>
              </a:spcBef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5pPr>
            <a:lvl6pPr marL="2613927" indent="-237630" eaLnBrk="0" fontAlgn="base" hangingPunct="0">
              <a:spcBef>
                <a:spcPts val="312"/>
              </a:spcBef>
              <a:spcAft>
                <a:spcPct val="0"/>
              </a:spcAft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6pPr>
            <a:lvl7pPr marL="3089186" indent="-237630" eaLnBrk="0" fontAlgn="base" hangingPunct="0">
              <a:spcBef>
                <a:spcPts val="312"/>
              </a:spcBef>
              <a:spcAft>
                <a:spcPct val="0"/>
              </a:spcAft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7pPr>
            <a:lvl8pPr marL="3564446" indent="-237630" eaLnBrk="0" fontAlgn="base" hangingPunct="0">
              <a:spcBef>
                <a:spcPts val="312"/>
              </a:spcBef>
              <a:spcAft>
                <a:spcPct val="0"/>
              </a:spcAft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8pPr>
            <a:lvl9pPr marL="4039705" indent="-237630" eaLnBrk="0" fontAlgn="base" hangingPunct="0">
              <a:spcBef>
                <a:spcPts val="312"/>
              </a:spcBef>
              <a:spcAft>
                <a:spcPct val="0"/>
              </a:spcAft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s-PE" sz="1100"/>
              <a:t>Oracle Database 12</a:t>
            </a:r>
            <a:r>
              <a:rPr lang="en-US" altLang="es-PE" sz="1100" i="1"/>
              <a:t>c</a:t>
            </a:r>
            <a:r>
              <a:rPr lang="en-US" altLang="es-PE" sz="1100"/>
              <a:t>: SQL Workshop I   1 - 3</a:t>
            </a:r>
          </a:p>
        </p:txBody>
      </p:sp>
    </p:spTree>
    <p:extLst>
      <p:ext uri="{BB962C8B-B14F-4D97-AF65-F5344CB8AC3E}">
        <p14:creationId xmlns:p14="http://schemas.microsoft.com/office/powerpoint/2010/main" val="34712909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8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223838" y="511175"/>
            <a:ext cx="6651625" cy="498951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49155" name="Notes Placeholder 9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s-PE" altLang="es-PE" dirty="0">
              <a:latin typeface="Arial" charset="0"/>
            </a:endParaRPr>
          </a:p>
        </p:txBody>
      </p:sp>
      <p:sp>
        <p:nvSpPr>
          <p:cNvPr id="49156" name="Footer Placeholder 4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ts val="416"/>
              </a:spcBef>
              <a:buSzPct val="100000"/>
              <a:buFont typeface="Arial" charset="0"/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72297" indent="-297037" eaLnBrk="0" hangingPunct="0">
              <a:spcBef>
                <a:spcPts val="416"/>
              </a:spcBef>
              <a:buSzPct val="100000"/>
              <a:buFont typeface="Times New Roman" pitchFamily="18" charset="0"/>
              <a:defRPr sz="1100">
                <a:solidFill>
                  <a:srgbClr val="000000"/>
                </a:solidFill>
                <a:latin typeface="Arial" charset="0"/>
              </a:defRPr>
            </a:lvl2pPr>
            <a:lvl3pPr marL="1188149" indent="-237630" eaLnBrk="0" hangingPunct="0">
              <a:spcBef>
                <a:spcPts val="312"/>
              </a:spcBef>
              <a:buSzPct val="100000"/>
              <a:buFont typeface="Times New Roman" pitchFamily="18" charset="0"/>
              <a:buChar char="•"/>
              <a:defRPr sz="1100">
                <a:solidFill>
                  <a:srgbClr val="000000"/>
                </a:solidFill>
                <a:latin typeface="Arial" charset="0"/>
              </a:defRPr>
            </a:lvl3pPr>
            <a:lvl4pPr marL="1663408" indent="-237630" eaLnBrk="0" hangingPunct="0">
              <a:spcBef>
                <a:spcPts val="312"/>
              </a:spcBef>
              <a:buSzPct val="100000"/>
              <a:buFont typeface="Times New Roman" pitchFamily="18" charset="0"/>
              <a:buChar char="-"/>
              <a:defRPr sz="1100">
                <a:solidFill>
                  <a:srgbClr val="000000"/>
                </a:solidFill>
                <a:latin typeface="Arial" charset="0"/>
              </a:defRPr>
            </a:lvl4pPr>
            <a:lvl5pPr marL="2138667" indent="-237630" eaLnBrk="0" hangingPunct="0">
              <a:spcBef>
                <a:spcPts val="312"/>
              </a:spcBef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5pPr>
            <a:lvl6pPr marL="2613927" indent="-237630" eaLnBrk="0" fontAlgn="base" hangingPunct="0">
              <a:spcBef>
                <a:spcPts val="312"/>
              </a:spcBef>
              <a:spcAft>
                <a:spcPct val="0"/>
              </a:spcAft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6pPr>
            <a:lvl7pPr marL="3089186" indent="-237630" eaLnBrk="0" fontAlgn="base" hangingPunct="0">
              <a:spcBef>
                <a:spcPts val="312"/>
              </a:spcBef>
              <a:spcAft>
                <a:spcPct val="0"/>
              </a:spcAft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7pPr>
            <a:lvl8pPr marL="3564446" indent="-237630" eaLnBrk="0" fontAlgn="base" hangingPunct="0">
              <a:spcBef>
                <a:spcPts val="312"/>
              </a:spcBef>
              <a:spcAft>
                <a:spcPct val="0"/>
              </a:spcAft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8pPr>
            <a:lvl9pPr marL="4039705" indent="-237630" eaLnBrk="0" fontAlgn="base" hangingPunct="0">
              <a:spcBef>
                <a:spcPts val="312"/>
              </a:spcBef>
              <a:spcAft>
                <a:spcPct val="0"/>
              </a:spcAft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s-PE" sz="1100"/>
              <a:t>Oracle Database 12</a:t>
            </a:r>
            <a:r>
              <a:rPr lang="en-US" altLang="es-PE" sz="1100" i="1"/>
              <a:t>c</a:t>
            </a:r>
            <a:r>
              <a:rPr lang="en-US" altLang="es-PE" sz="1100"/>
              <a:t>: SQL Workshop I   1 - 3</a:t>
            </a:r>
          </a:p>
        </p:txBody>
      </p:sp>
    </p:spTree>
    <p:extLst>
      <p:ext uri="{BB962C8B-B14F-4D97-AF65-F5344CB8AC3E}">
        <p14:creationId xmlns:p14="http://schemas.microsoft.com/office/powerpoint/2010/main" val="34712909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8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223838" y="511175"/>
            <a:ext cx="6651625" cy="498951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49155" name="Notes Placeholder 9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s-PE" altLang="es-PE" dirty="0">
              <a:latin typeface="Arial" charset="0"/>
            </a:endParaRPr>
          </a:p>
        </p:txBody>
      </p:sp>
      <p:sp>
        <p:nvSpPr>
          <p:cNvPr id="49156" name="Footer Placeholder 4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ts val="416"/>
              </a:spcBef>
              <a:buSzPct val="100000"/>
              <a:buFont typeface="Arial" charset="0"/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72297" indent="-297037" eaLnBrk="0" hangingPunct="0">
              <a:spcBef>
                <a:spcPts val="416"/>
              </a:spcBef>
              <a:buSzPct val="100000"/>
              <a:buFont typeface="Times New Roman" pitchFamily="18" charset="0"/>
              <a:defRPr sz="1100">
                <a:solidFill>
                  <a:srgbClr val="000000"/>
                </a:solidFill>
                <a:latin typeface="Arial" charset="0"/>
              </a:defRPr>
            </a:lvl2pPr>
            <a:lvl3pPr marL="1188149" indent="-237630" eaLnBrk="0" hangingPunct="0">
              <a:spcBef>
                <a:spcPts val="312"/>
              </a:spcBef>
              <a:buSzPct val="100000"/>
              <a:buFont typeface="Times New Roman" pitchFamily="18" charset="0"/>
              <a:buChar char="•"/>
              <a:defRPr sz="1100">
                <a:solidFill>
                  <a:srgbClr val="000000"/>
                </a:solidFill>
                <a:latin typeface="Arial" charset="0"/>
              </a:defRPr>
            </a:lvl3pPr>
            <a:lvl4pPr marL="1663408" indent="-237630" eaLnBrk="0" hangingPunct="0">
              <a:spcBef>
                <a:spcPts val="312"/>
              </a:spcBef>
              <a:buSzPct val="100000"/>
              <a:buFont typeface="Times New Roman" pitchFamily="18" charset="0"/>
              <a:buChar char="-"/>
              <a:defRPr sz="1100">
                <a:solidFill>
                  <a:srgbClr val="000000"/>
                </a:solidFill>
                <a:latin typeface="Arial" charset="0"/>
              </a:defRPr>
            </a:lvl4pPr>
            <a:lvl5pPr marL="2138667" indent="-237630" eaLnBrk="0" hangingPunct="0">
              <a:spcBef>
                <a:spcPts val="312"/>
              </a:spcBef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5pPr>
            <a:lvl6pPr marL="2613927" indent="-237630" eaLnBrk="0" fontAlgn="base" hangingPunct="0">
              <a:spcBef>
                <a:spcPts val="312"/>
              </a:spcBef>
              <a:spcAft>
                <a:spcPct val="0"/>
              </a:spcAft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6pPr>
            <a:lvl7pPr marL="3089186" indent="-237630" eaLnBrk="0" fontAlgn="base" hangingPunct="0">
              <a:spcBef>
                <a:spcPts val="312"/>
              </a:spcBef>
              <a:spcAft>
                <a:spcPct val="0"/>
              </a:spcAft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7pPr>
            <a:lvl8pPr marL="3564446" indent="-237630" eaLnBrk="0" fontAlgn="base" hangingPunct="0">
              <a:spcBef>
                <a:spcPts val="312"/>
              </a:spcBef>
              <a:spcAft>
                <a:spcPct val="0"/>
              </a:spcAft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8pPr>
            <a:lvl9pPr marL="4039705" indent="-237630" eaLnBrk="0" fontAlgn="base" hangingPunct="0">
              <a:spcBef>
                <a:spcPts val="312"/>
              </a:spcBef>
              <a:spcAft>
                <a:spcPct val="0"/>
              </a:spcAft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s-PE" sz="1100"/>
              <a:t>Oracle Database 12</a:t>
            </a:r>
            <a:r>
              <a:rPr lang="en-US" altLang="es-PE" sz="1100" i="1"/>
              <a:t>c</a:t>
            </a:r>
            <a:r>
              <a:rPr lang="en-US" altLang="es-PE" sz="1100"/>
              <a:t>: SQL Workshop I   1 - 3</a:t>
            </a:r>
          </a:p>
        </p:txBody>
      </p:sp>
    </p:spTree>
    <p:extLst>
      <p:ext uri="{BB962C8B-B14F-4D97-AF65-F5344CB8AC3E}">
        <p14:creationId xmlns:p14="http://schemas.microsoft.com/office/powerpoint/2010/main" val="34712909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8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223838" y="511175"/>
            <a:ext cx="6651625" cy="498951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49155" name="Notes Placeholder 9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s-PE" altLang="es-PE" dirty="0">
              <a:latin typeface="Arial" charset="0"/>
            </a:endParaRPr>
          </a:p>
        </p:txBody>
      </p:sp>
      <p:sp>
        <p:nvSpPr>
          <p:cNvPr id="49156" name="Footer Placeholder 4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ts val="416"/>
              </a:spcBef>
              <a:buSzPct val="100000"/>
              <a:buFont typeface="Arial" charset="0"/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72297" indent="-297037" eaLnBrk="0" hangingPunct="0">
              <a:spcBef>
                <a:spcPts val="416"/>
              </a:spcBef>
              <a:buSzPct val="100000"/>
              <a:buFont typeface="Times New Roman" pitchFamily="18" charset="0"/>
              <a:defRPr sz="1100">
                <a:solidFill>
                  <a:srgbClr val="000000"/>
                </a:solidFill>
                <a:latin typeface="Arial" charset="0"/>
              </a:defRPr>
            </a:lvl2pPr>
            <a:lvl3pPr marL="1188149" indent="-237630" eaLnBrk="0" hangingPunct="0">
              <a:spcBef>
                <a:spcPts val="312"/>
              </a:spcBef>
              <a:buSzPct val="100000"/>
              <a:buFont typeface="Times New Roman" pitchFamily="18" charset="0"/>
              <a:buChar char="•"/>
              <a:defRPr sz="1100">
                <a:solidFill>
                  <a:srgbClr val="000000"/>
                </a:solidFill>
                <a:latin typeface="Arial" charset="0"/>
              </a:defRPr>
            </a:lvl3pPr>
            <a:lvl4pPr marL="1663408" indent="-237630" eaLnBrk="0" hangingPunct="0">
              <a:spcBef>
                <a:spcPts val="312"/>
              </a:spcBef>
              <a:buSzPct val="100000"/>
              <a:buFont typeface="Times New Roman" pitchFamily="18" charset="0"/>
              <a:buChar char="-"/>
              <a:defRPr sz="1100">
                <a:solidFill>
                  <a:srgbClr val="000000"/>
                </a:solidFill>
                <a:latin typeface="Arial" charset="0"/>
              </a:defRPr>
            </a:lvl4pPr>
            <a:lvl5pPr marL="2138667" indent="-237630" eaLnBrk="0" hangingPunct="0">
              <a:spcBef>
                <a:spcPts val="312"/>
              </a:spcBef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5pPr>
            <a:lvl6pPr marL="2613927" indent="-237630" eaLnBrk="0" fontAlgn="base" hangingPunct="0">
              <a:spcBef>
                <a:spcPts val="312"/>
              </a:spcBef>
              <a:spcAft>
                <a:spcPct val="0"/>
              </a:spcAft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6pPr>
            <a:lvl7pPr marL="3089186" indent="-237630" eaLnBrk="0" fontAlgn="base" hangingPunct="0">
              <a:spcBef>
                <a:spcPts val="312"/>
              </a:spcBef>
              <a:spcAft>
                <a:spcPct val="0"/>
              </a:spcAft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7pPr>
            <a:lvl8pPr marL="3564446" indent="-237630" eaLnBrk="0" fontAlgn="base" hangingPunct="0">
              <a:spcBef>
                <a:spcPts val="312"/>
              </a:spcBef>
              <a:spcAft>
                <a:spcPct val="0"/>
              </a:spcAft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8pPr>
            <a:lvl9pPr marL="4039705" indent="-237630" eaLnBrk="0" fontAlgn="base" hangingPunct="0">
              <a:spcBef>
                <a:spcPts val="312"/>
              </a:spcBef>
              <a:spcAft>
                <a:spcPct val="0"/>
              </a:spcAft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s-PE" sz="1100"/>
              <a:t>Oracle Database 12</a:t>
            </a:r>
            <a:r>
              <a:rPr lang="en-US" altLang="es-PE" sz="1100" i="1"/>
              <a:t>c</a:t>
            </a:r>
            <a:r>
              <a:rPr lang="en-US" altLang="es-PE" sz="1100"/>
              <a:t>: SQL Workshop I   1 - 3</a:t>
            </a:r>
          </a:p>
        </p:txBody>
      </p:sp>
    </p:spTree>
    <p:extLst>
      <p:ext uri="{BB962C8B-B14F-4D97-AF65-F5344CB8AC3E}">
        <p14:creationId xmlns:p14="http://schemas.microsoft.com/office/powerpoint/2010/main" val="347129099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8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223838" y="511175"/>
            <a:ext cx="6651625" cy="498951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49155" name="Notes Placeholder 9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s-PE" altLang="es-PE" dirty="0">
              <a:latin typeface="Arial" charset="0"/>
            </a:endParaRPr>
          </a:p>
        </p:txBody>
      </p:sp>
      <p:sp>
        <p:nvSpPr>
          <p:cNvPr id="49156" name="Footer Placeholder 4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ts val="416"/>
              </a:spcBef>
              <a:buSzPct val="100000"/>
              <a:buFont typeface="Arial" charset="0"/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72297" indent="-297037" eaLnBrk="0" hangingPunct="0">
              <a:spcBef>
                <a:spcPts val="416"/>
              </a:spcBef>
              <a:buSzPct val="100000"/>
              <a:buFont typeface="Times New Roman" pitchFamily="18" charset="0"/>
              <a:defRPr sz="1100">
                <a:solidFill>
                  <a:srgbClr val="000000"/>
                </a:solidFill>
                <a:latin typeface="Arial" charset="0"/>
              </a:defRPr>
            </a:lvl2pPr>
            <a:lvl3pPr marL="1188149" indent="-237630" eaLnBrk="0" hangingPunct="0">
              <a:spcBef>
                <a:spcPts val="312"/>
              </a:spcBef>
              <a:buSzPct val="100000"/>
              <a:buFont typeface="Times New Roman" pitchFamily="18" charset="0"/>
              <a:buChar char="•"/>
              <a:defRPr sz="1100">
                <a:solidFill>
                  <a:srgbClr val="000000"/>
                </a:solidFill>
                <a:latin typeface="Arial" charset="0"/>
              </a:defRPr>
            </a:lvl3pPr>
            <a:lvl4pPr marL="1663408" indent="-237630" eaLnBrk="0" hangingPunct="0">
              <a:spcBef>
                <a:spcPts val="312"/>
              </a:spcBef>
              <a:buSzPct val="100000"/>
              <a:buFont typeface="Times New Roman" pitchFamily="18" charset="0"/>
              <a:buChar char="-"/>
              <a:defRPr sz="1100">
                <a:solidFill>
                  <a:srgbClr val="000000"/>
                </a:solidFill>
                <a:latin typeface="Arial" charset="0"/>
              </a:defRPr>
            </a:lvl4pPr>
            <a:lvl5pPr marL="2138667" indent="-237630" eaLnBrk="0" hangingPunct="0">
              <a:spcBef>
                <a:spcPts val="312"/>
              </a:spcBef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5pPr>
            <a:lvl6pPr marL="2613927" indent="-237630" eaLnBrk="0" fontAlgn="base" hangingPunct="0">
              <a:spcBef>
                <a:spcPts val="312"/>
              </a:spcBef>
              <a:spcAft>
                <a:spcPct val="0"/>
              </a:spcAft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6pPr>
            <a:lvl7pPr marL="3089186" indent="-237630" eaLnBrk="0" fontAlgn="base" hangingPunct="0">
              <a:spcBef>
                <a:spcPts val="312"/>
              </a:spcBef>
              <a:spcAft>
                <a:spcPct val="0"/>
              </a:spcAft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7pPr>
            <a:lvl8pPr marL="3564446" indent="-237630" eaLnBrk="0" fontAlgn="base" hangingPunct="0">
              <a:spcBef>
                <a:spcPts val="312"/>
              </a:spcBef>
              <a:spcAft>
                <a:spcPct val="0"/>
              </a:spcAft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8pPr>
            <a:lvl9pPr marL="4039705" indent="-237630" eaLnBrk="0" fontAlgn="base" hangingPunct="0">
              <a:spcBef>
                <a:spcPts val="312"/>
              </a:spcBef>
              <a:spcAft>
                <a:spcPct val="0"/>
              </a:spcAft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s-PE" sz="1100"/>
              <a:t>Oracle Database 12</a:t>
            </a:r>
            <a:r>
              <a:rPr lang="en-US" altLang="es-PE" sz="1100" i="1"/>
              <a:t>c</a:t>
            </a:r>
            <a:r>
              <a:rPr lang="en-US" altLang="es-PE" sz="1100"/>
              <a:t>: SQL Workshop I   1 - 3</a:t>
            </a:r>
          </a:p>
        </p:txBody>
      </p:sp>
    </p:spTree>
    <p:extLst>
      <p:ext uri="{BB962C8B-B14F-4D97-AF65-F5344CB8AC3E}">
        <p14:creationId xmlns:p14="http://schemas.microsoft.com/office/powerpoint/2010/main" val="34712909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8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223838" y="511175"/>
            <a:ext cx="6651625" cy="498951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49155" name="Notes Placeholder 9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s-PE" altLang="es-PE" dirty="0">
              <a:latin typeface="Arial" charset="0"/>
            </a:endParaRPr>
          </a:p>
        </p:txBody>
      </p:sp>
      <p:sp>
        <p:nvSpPr>
          <p:cNvPr id="49156" name="Footer Placeholder 4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ts val="416"/>
              </a:spcBef>
              <a:buSzPct val="100000"/>
              <a:buFont typeface="Arial" charset="0"/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72297" indent="-297037" eaLnBrk="0" hangingPunct="0">
              <a:spcBef>
                <a:spcPts val="416"/>
              </a:spcBef>
              <a:buSzPct val="100000"/>
              <a:buFont typeface="Times New Roman" pitchFamily="18" charset="0"/>
              <a:defRPr sz="1100">
                <a:solidFill>
                  <a:srgbClr val="000000"/>
                </a:solidFill>
                <a:latin typeface="Arial" charset="0"/>
              </a:defRPr>
            </a:lvl2pPr>
            <a:lvl3pPr marL="1188149" indent="-237630" eaLnBrk="0" hangingPunct="0">
              <a:spcBef>
                <a:spcPts val="312"/>
              </a:spcBef>
              <a:buSzPct val="100000"/>
              <a:buFont typeface="Times New Roman" pitchFamily="18" charset="0"/>
              <a:buChar char="•"/>
              <a:defRPr sz="1100">
                <a:solidFill>
                  <a:srgbClr val="000000"/>
                </a:solidFill>
                <a:latin typeface="Arial" charset="0"/>
              </a:defRPr>
            </a:lvl3pPr>
            <a:lvl4pPr marL="1663408" indent="-237630" eaLnBrk="0" hangingPunct="0">
              <a:spcBef>
                <a:spcPts val="312"/>
              </a:spcBef>
              <a:buSzPct val="100000"/>
              <a:buFont typeface="Times New Roman" pitchFamily="18" charset="0"/>
              <a:buChar char="-"/>
              <a:defRPr sz="1100">
                <a:solidFill>
                  <a:srgbClr val="000000"/>
                </a:solidFill>
                <a:latin typeface="Arial" charset="0"/>
              </a:defRPr>
            </a:lvl4pPr>
            <a:lvl5pPr marL="2138667" indent="-237630" eaLnBrk="0" hangingPunct="0">
              <a:spcBef>
                <a:spcPts val="312"/>
              </a:spcBef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5pPr>
            <a:lvl6pPr marL="2613927" indent="-237630" eaLnBrk="0" fontAlgn="base" hangingPunct="0">
              <a:spcBef>
                <a:spcPts val="312"/>
              </a:spcBef>
              <a:spcAft>
                <a:spcPct val="0"/>
              </a:spcAft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6pPr>
            <a:lvl7pPr marL="3089186" indent="-237630" eaLnBrk="0" fontAlgn="base" hangingPunct="0">
              <a:spcBef>
                <a:spcPts val="312"/>
              </a:spcBef>
              <a:spcAft>
                <a:spcPct val="0"/>
              </a:spcAft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7pPr>
            <a:lvl8pPr marL="3564446" indent="-237630" eaLnBrk="0" fontAlgn="base" hangingPunct="0">
              <a:spcBef>
                <a:spcPts val="312"/>
              </a:spcBef>
              <a:spcAft>
                <a:spcPct val="0"/>
              </a:spcAft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8pPr>
            <a:lvl9pPr marL="4039705" indent="-237630" eaLnBrk="0" fontAlgn="base" hangingPunct="0">
              <a:spcBef>
                <a:spcPts val="312"/>
              </a:spcBef>
              <a:spcAft>
                <a:spcPct val="0"/>
              </a:spcAft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s-PE" sz="1100"/>
              <a:t>Oracle Database 12</a:t>
            </a:r>
            <a:r>
              <a:rPr lang="en-US" altLang="es-PE" sz="1100" i="1"/>
              <a:t>c</a:t>
            </a:r>
            <a:r>
              <a:rPr lang="en-US" altLang="es-PE" sz="1100"/>
              <a:t>: SQL Workshop I   1 - 3</a:t>
            </a:r>
          </a:p>
        </p:txBody>
      </p:sp>
    </p:spTree>
    <p:extLst>
      <p:ext uri="{BB962C8B-B14F-4D97-AF65-F5344CB8AC3E}">
        <p14:creationId xmlns:p14="http://schemas.microsoft.com/office/powerpoint/2010/main" val="347129099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8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223838" y="511175"/>
            <a:ext cx="6651625" cy="498951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49155" name="Notes Placeholder 9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s-PE" altLang="es-PE" dirty="0">
              <a:latin typeface="Arial" charset="0"/>
            </a:endParaRPr>
          </a:p>
        </p:txBody>
      </p:sp>
      <p:sp>
        <p:nvSpPr>
          <p:cNvPr id="49156" name="Footer Placeholder 4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ts val="416"/>
              </a:spcBef>
              <a:buSzPct val="100000"/>
              <a:buFont typeface="Arial" charset="0"/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72297" indent="-297037" eaLnBrk="0" hangingPunct="0">
              <a:spcBef>
                <a:spcPts val="416"/>
              </a:spcBef>
              <a:buSzPct val="100000"/>
              <a:buFont typeface="Times New Roman" pitchFamily="18" charset="0"/>
              <a:defRPr sz="1100">
                <a:solidFill>
                  <a:srgbClr val="000000"/>
                </a:solidFill>
                <a:latin typeface="Arial" charset="0"/>
              </a:defRPr>
            </a:lvl2pPr>
            <a:lvl3pPr marL="1188149" indent="-237630" eaLnBrk="0" hangingPunct="0">
              <a:spcBef>
                <a:spcPts val="312"/>
              </a:spcBef>
              <a:buSzPct val="100000"/>
              <a:buFont typeface="Times New Roman" pitchFamily="18" charset="0"/>
              <a:buChar char="•"/>
              <a:defRPr sz="1100">
                <a:solidFill>
                  <a:srgbClr val="000000"/>
                </a:solidFill>
                <a:latin typeface="Arial" charset="0"/>
              </a:defRPr>
            </a:lvl3pPr>
            <a:lvl4pPr marL="1663408" indent="-237630" eaLnBrk="0" hangingPunct="0">
              <a:spcBef>
                <a:spcPts val="312"/>
              </a:spcBef>
              <a:buSzPct val="100000"/>
              <a:buFont typeface="Times New Roman" pitchFamily="18" charset="0"/>
              <a:buChar char="-"/>
              <a:defRPr sz="1100">
                <a:solidFill>
                  <a:srgbClr val="000000"/>
                </a:solidFill>
                <a:latin typeface="Arial" charset="0"/>
              </a:defRPr>
            </a:lvl4pPr>
            <a:lvl5pPr marL="2138667" indent="-237630" eaLnBrk="0" hangingPunct="0">
              <a:spcBef>
                <a:spcPts val="312"/>
              </a:spcBef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5pPr>
            <a:lvl6pPr marL="2613927" indent="-237630" eaLnBrk="0" fontAlgn="base" hangingPunct="0">
              <a:spcBef>
                <a:spcPts val="312"/>
              </a:spcBef>
              <a:spcAft>
                <a:spcPct val="0"/>
              </a:spcAft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6pPr>
            <a:lvl7pPr marL="3089186" indent="-237630" eaLnBrk="0" fontAlgn="base" hangingPunct="0">
              <a:spcBef>
                <a:spcPts val="312"/>
              </a:spcBef>
              <a:spcAft>
                <a:spcPct val="0"/>
              </a:spcAft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7pPr>
            <a:lvl8pPr marL="3564446" indent="-237630" eaLnBrk="0" fontAlgn="base" hangingPunct="0">
              <a:spcBef>
                <a:spcPts val="312"/>
              </a:spcBef>
              <a:spcAft>
                <a:spcPct val="0"/>
              </a:spcAft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8pPr>
            <a:lvl9pPr marL="4039705" indent="-237630" eaLnBrk="0" fontAlgn="base" hangingPunct="0">
              <a:spcBef>
                <a:spcPts val="312"/>
              </a:spcBef>
              <a:spcAft>
                <a:spcPct val="0"/>
              </a:spcAft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s-PE" sz="1100"/>
              <a:t>Oracle Database 12</a:t>
            </a:r>
            <a:r>
              <a:rPr lang="en-US" altLang="es-PE" sz="1100" i="1"/>
              <a:t>c</a:t>
            </a:r>
            <a:r>
              <a:rPr lang="en-US" altLang="es-PE" sz="1100"/>
              <a:t>: SQL Workshop I   1 - 3</a:t>
            </a:r>
          </a:p>
        </p:txBody>
      </p:sp>
    </p:spTree>
    <p:extLst>
      <p:ext uri="{BB962C8B-B14F-4D97-AF65-F5344CB8AC3E}">
        <p14:creationId xmlns:p14="http://schemas.microsoft.com/office/powerpoint/2010/main" val="347129099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8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223838" y="511175"/>
            <a:ext cx="6651625" cy="498951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49155" name="Notes Placeholder 9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s-PE" altLang="es-PE" dirty="0">
              <a:latin typeface="Arial" charset="0"/>
            </a:endParaRPr>
          </a:p>
        </p:txBody>
      </p:sp>
      <p:sp>
        <p:nvSpPr>
          <p:cNvPr id="49156" name="Footer Placeholder 4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ts val="416"/>
              </a:spcBef>
              <a:buSzPct val="100000"/>
              <a:buFont typeface="Arial" charset="0"/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72297" indent="-297037" eaLnBrk="0" hangingPunct="0">
              <a:spcBef>
                <a:spcPts val="416"/>
              </a:spcBef>
              <a:buSzPct val="100000"/>
              <a:buFont typeface="Times New Roman" pitchFamily="18" charset="0"/>
              <a:defRPr sz="1100">
                <a:solidFill>
                  <a:srgbClr val="000000"/>
                </a:solidFill>
                <a:latin typeface="Arial" charset="0"/>
              </a:defRPr>
            </a:lvl2pPr>
            <a:lvl3pPr marL="1188149" indent="-237630" eaLnBrk="0" hangingPunct="0">
              <a:spcBef>
                <a:spcPts val="312"/>
              </a:spcBef>
              <a:buSzPct val="100000"/>
              <a:buFont typeface="Times New Roman" pitchFamily="18" charset="0"/>
              <a:buChar char="•"/>
              <a:defRPr sz="1100">
                <a:solidFill>
                  <a:srgbClr val="000000"/>
                </a:solidFill>
                <a:latin typeface="Arial" charset="0"/>
              </a:defRPr>
            </a:lvl3pPr>
            <a:lvl4pPr marL="1663408" indent="-237630" eaLnBrk="0" hangingPunct="0">
              <a:spcBef>
                <a:spcPts val="312"/>
              </a:spcBef>
              <a:buSzPct val="100000"/>
              <a:buFont typeface="Times New Roman" pitchFamily="18" charset="0"/>
              <a:buChar char="-"/>
              <a:defRPr sz="1100">
                <a:solidFill>
                  <a:srgbClr val="000000"/>
                </a:solidFill>
                <a:latin typeface="Arial" charset="0"/>
              </a:defRPr>
            </a:lvl4pPr>
            <a:lvl5pPr marL="2138667" indent="-237630" eaLnBrk="0" hangingPunct="0">
              <a:spcBef>
                <a:spcPts val="312"/>
              </a:spcBef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5pPr>
            <a:lvl6pPr marL="2613927" indent="-237630" eaLnBrk="0" fontAlgn="base" hangingPunct="0">
              <a:spcBef>
                <a:spcPts val="312"/>
              </a:spcBef>
              <a:spcAft>
                <a:spcPct val="0"/>
              </a:spcAft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6pPr>
            <a:lvl7pPr marL="3089186" indent="-237630" eaLnBrk="0" fontAlgn="base" hangingPunct="0">
              <a:spcBef>
                <a:spcPts val="312"/>
              </a:spcBef>
              <a:spcAft>
                <a:spcPct val="0"/>
              </a:spcAft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7pPr>
            <a:lvl8pPr marL="3564446" indent="-237630" eaLnBrk="0" fontAlgn="base" hangingPunct="0">
              <a:spcBef>
                <a:spcPts val="312"/>
              </a:spcBef>
              <a:spcAft>
                <a:spcPct val="0"/>
              </a:spcAft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8pPr>
            <a:lvl9pPr marL="4039705" indent="-237630" eaLnBrk="0" fontAlgn="base" hangingPunct="0">
              <a:spcBef>
                <a:spcPts val="312"/>
              </a:spcBef>
              <a:spcAft>
                <a:spcPct val="0"/>
              </a:spcAft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s-PE" sz="1100"/>
              <a:t>Oracle Database 12</a:t>
            </a:r>
            <a:r>
              <a:rPr lang="en-US" altLang="es-PE" sz="1100" i="1"/>
              <a:t>c</a:t>
            </a:r>
            <a:r>
              <a:rPr lang="en-US" altLang="es-PE" sz="1100"/>
              <a:t>: SQL Workshop I   1 - 3</a:t>
            </a:r>
          </a:p>
        </p:txBody>
      </p:sp>
    </p:spTree>
    <p:extLst>
      <p:ext uri="{BB962C8B-B14F-4D97-AF65-F5344CB8AC3E}">
        <p14:creationId xmlns:p14="http://schemas.microsoft.com/office/powerpoint/2010/main" val="347129099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8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223838" y="511175"/>
            <a:ext cx="6651625" cy="498951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49155" name="Notes Placeholder 9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s-PE" altLang="es-PE" dirty="0">
              <a:latin typeface="Arial" charset="0"/>
            </a:endParaRPr>
          </a:p>
        </p:txBody>
      </p:sp>
      <p:sp>
        <p:nvSpPr>
          <p:cNvPr id="49156" name="Footer Placeholder 4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ts val="416"/>
              </a:spcBef>
              <a:buSzPct val="100000"/>
              <a:buFont typeface="Arial" charset="0"/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72297" indent="-297037" eaLnBrk="0" hangingPunct="0">
              <a:spcBef>
                <a:spcPts val="416"/>
              </a:spcBef>
              <a:buSzPct val="100000"/>
              <a:buFont typeface="Times New Roman" pitchFamily="18" charset="0"/>
              <a:defRPr sz="1100">
                <a:solidFill>
                  <a:srgbClr val="000000"/>
                </a:solidFill>
                <a:latin typeface="Arial" charset="0"/>
              </a:defRPr>
            </a:lvl2pPr>
            <a:lvl3pPr marL="1188149" indent="-237630" eaLnBrk="0" hangingPunct="0">
              <a:spcBef>
                <a:spcPts val="312"/>
              </a:spcBef>
              <a:buSzPct val="100000"/>
              <a:buFont typeface="Times New Roman" pitchFamily="18" charset="0"/>
              <a:buChar char="•"/>
              <a:defRPr sz="1100">
                <a:solidFill>
                  <a:srgbClr val="000000"/>
                </a:solidFill>
                <a:latin typeface="Arial" charset="0"/>
              </a:defRPr>
            </a:lvl3pPr>
            <a:lvl4pPr marL="1663408" indent="-237630" eaLnBrk="0" hangingPunct="0">
              <a:spcBef>
                <a:spcPts val="312"/>
              </a:spcBef>
              <a:buSzPct val="100000"/>
              <a:buFont typeface="Times New Roman" pitchFamily="18" charset="0"/>
              <a:buChar char="-"/>
              <a:defRPr sz="1100">
                <a:solidFill>
                  <a:srgbClr val="000000"/>
                </a:solidFill>
                <a:latin typeface="Arial" charset="0"/>
              </a:defRPr>
            </a:lvl4pPr>
            <a:lvl5pPr marL="2138667" indent="-237630" eaLnBrk="0" hangingPunct="0">
              <a:spcBef>
                <a:spcPts val="312"/>
              </a:spcBef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5pPr>
            <a:lvl6pPr marL="2613927" indent="-237630" eaLnBrk="0" fontAlgn="base" hangingPunct="0">
              <a:spcBef>
                <a:spcPts val="312"/>
              </a:spcBef>
              <a:spcAft>
                <a:spcPct val="0"/>
              </a:spcAft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6pPr>
            <a:lvl7pPr marL="3089186" indent="-237630" eaLnBrk="0" fontAlgn="base" hangingPunct="0">
              <a:spcBef>
                <a:spcPts val="312"/>
              </a:spcBef>
              <a:spcAft>
                <a:spcPct val="0"/>
              </a:spcAft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7pPr>
            <a:lvl8pPr marL="3564446" indent="-237630" eaLnBrk="0" fontAlgn="base" hangingPunct="0">
              <a:spcBef>
                <a:spcPts val="312"/>
              </a:spcBef>
              <a:spcAft>
                <a:spcPct val="0"/>
              </a:spcAft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8pPr>
            <a:lvl9pPr marL="4039705" indent="-237630" eaLnBrk="0" fontAlgn="base" hangingPunct="0">
              <a:spcBef>
                <a:spcPts val="312"/>
              </a:spcBef>
              <a:spcAft>
                <a:spcPct val="0"/>
              </a:spcAft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s-PE" sz="1100"/>
              <a:t>Oracle Database 12</a:t>
            </a:r>
            <a:r>
              <a:rPr lang="en-US" altLang="es-PE" sz="1100" i="1"/>
              <a:t>c</a:t>
            </a:r>
            <a:r>
              <a:rPr lang="en-US" altLang="es-PE" sz="1100"/>
              <a:t>: SQL Workshop I   1 - 3</a:t>
            </a:r>
          </a:p>
        </p:txBody>
      </p:sp>
    </p:spTree>
    <p:extLst>
      <p:ext uri="{BB962C8B-B14F-4D97-AF65-F5344CB8AC3E}">
        <p14:creationId xmlns:p14="http://schemas.microsoft.com/office/powerpoint/2010/main" val="347129099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8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223838" y="511175"/>
            <a:ext cx="6651625" cy="498951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49155" name="Notes Placeholder 9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s-PE" altLang="es-PE" dirty="0">
              <a:latin typeface="Arial" charset="0"/>
            </a:endParaRPr>
          </a:p>
        </p:txBody>
      </p:sp>
      <p:sp>
        <p:nvSpPr>
          <p:cNvPr id="49156" name="Footer Placeholder 4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ts val="416"/>
              </a:spcBef>
              <a:buSzPct val="100000"/>
              <a:buFont typeface="Arial" charset="0"/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72297" indent="-297037" eaLnBrk="0" hangingPunct="0">
              <a:spcBef>
                <a:spcPts val="416"/>
              </a:spcBef>
              <a:buSzPct val="100000"/>
              <a:buFont typeface="Times New Roman" pitchFamily="18" charset="0"/>
              <a:defRPr sz="1100">
                <a:solidFill>
                  <a:srgbClr val="000000"/>
                </a:solidFill>
                <a:latin typeface="Arial" charset="0"/>
              </a:defRPr>
            </a:lvl2pPr>
            <a:lvl3pPr marL="1188149" indent="-237630" eaLnBrk="0" hangingPunct="0">
              <a:spcBef>
                <a:spcPts val="312"/>
              </a:spcBef>
              <a:buSzPct val="100000"/>
              <a:buFont typeface="Times New Roman" pitchFamily="18" charset="0"/>
              <a:buChar char="•"/>
              <a:defRPr sz="1100">
                <a:solidFill>
                  <a:srgbClr val="000000"/>
                </a:solidFill>
                <a:latin typeface="Arial" charset="0"/>
              </a:defRPr>
            </a:lvl3pPr>
            <a:lvl4pPr marL="1663408" indent="-237630" eaLnBrk="0" hangingPunct="0">
              <a:spcBef>
                <a:spcPts val="312"/>
              </a:spcBef>
              <a:buSzPct val="100000"/>
              <a:buFont typeface="Times New Roman" pitchFamily="18" charset="0"/>
              <a:buChar char="-"/>
              <a:defRPr sz="1100">
                <a:solidFill>
                  <a:srgbClr val="000000"/>
                </a:solidFill>
                <a:latin typeface="Arial" charset="0"/>
              </a:defRPr>
            </a:lvl4pPr>
            <a:lvl5pPr marL="2138667" indent="-237630" eaLnBrk="0" hangingPunct="0">
              <a:spcBef>
                <a:spcPts val="312"/>
              </a:spcBef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5pPr>
            <a:lvl6pPr marL="2613927" indent="-237630" eaLnBrk="0" fontAlgn="base" hangingPunct="0">
              <a:spcBef>
                <a:spcPts val="312"/>
              </a:spcBef>
              <a:spcAft>
                <a:spcPct val="0"/>
              </a:spcAft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6pPr>
            <a:lvl7pPr marL="3089186" indent="-237630" eaLnBrk="0" fontAlgn="base" hangingPunct="0">
              <a:spcBef>
                <a:spcPts val="312"/>
              </a:spcBef>
              <a:spcAft>
                <a:spcPct val="0"/>
              </a:spcAft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7pPr>
            <a:lvl8pPr marL="3564446" indent="-237630" eaLnBrk="0" fontAlgn="base" hangingPunct="0">
              <a:spcBef>
                <a:spcPts val="312"/>
              </a:spcBef>
              <a:spcAft>
                <a:spcPct val="0"/>
              </a:spcAft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8pPr>
            <a:lvl9pPr marL="4039705" indent="-237630" eaLnBrk="0" fontAlgn="base" hangingPunct="0">
              <a:spcBef>
                <a:spcPts val="312"/>
              </a:spcBef>
              <a:spcAft>
                <a:spcPct val="0"/>
              </a:spcAft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s-PE" sz="1100"/>
              <a:t>Oracle Database 12</a:t>
            </a:r>
            <a:r>
              <a:rPr lang="en-US" altLang="es-PE" sz="1100" i="1"/>
              <a:t>c</a:t>
            </a:r>
            <a:r>
              <a:rPr lang="en-US" altLang="es-PE" sz="1100"/>
              <a:t>: SQL Workshop I   1 - 3</a:t>
            </a:r>
          </a:p>
        </p:txBody>
      </p:sp>
    </p:spTree>
    <p:extLst>
      <p:ext uri="{BB962C8B-B14F-4D97-AF65-F5344CB8AC3E}">
        <p14:creationId xmlns:p14="http://schemas.microsoft.com/office/powerpoint/2010/main" val="347129099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8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223838" y="511175"/>
            <a:ext cx="6651625" cy="498951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49155" name="Notes Placeholder 9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s-PE" altLang="es-PE" dirty="0">
              <a:latin typeface="Arial" charset="0"/>
            </a:endParaRPr>
          </a:p>
        </p:txBody>
      </p:sp>
      <p:sp>
        <p:nvSpPr>
          <p:cNvPr id="49156" name="Footer Placeholder 4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ts val="416"/>
              </a:spcBef>
              <a:buSzPct val="100000"/>
              <a:buFont typeface="Arial" charset="0"/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72297" indent="-297037" eaLnBrk="0" hangingPunct="0">
              <a:spcBef>
                <a:spcPts val="416"/>
              </a:spcBef>
              <a:buSzPct val="100000"/>
              <a:buFont typeface="Times New Roman" pitchFamily="18" charset="0"/>
              <a:defRPr sz="1100">
                <a:solidFill>
                  <a:srgbClr val="000000"/>
                </a:solidFill>
                <a:latin typeface="Arial" charset="0"/>
              </a:defRPr>
            </a:lvl2pPr>
            <a:lvl3pPr marL="1188149" indent="-237630" eaLnBrk="0" hangingPunct="0">
              <a:spcBef>
                <a:spcPts val="312"/>
              </a:spcBef>
              <a:buSzPct val="100000"/>
              <a:buFont typeface="Times New Roman" pitchFamily="18" charset="0"/>
              <a:buChar char="•"/>
              <a:defRPr sz="1100">
                <a:solidFill>
                  <a:srgbClr val="000000"/>
                </a:solidFill>
                <a:latin typeface="Arial" charset="0"/>
              </a:defRPr>
            </a:lvl3pPr>
            <a:lvl4pPr marL="1663408" indent="-237630" eaLnBrk="0" hangingPunct="0">
              <a:spcBef>
                <a:spcPts val="312"/>
              </a:spcBef>
              <a:buSzPct val="100000"/>
              <a:buFont typeface="Times New Roman" pitchFamily="18" charset="0"/>
              <a:buChar char="-"/>
              <a:defRPr sz="1100">
                <a:solidFill>
                  <a:srgbClr val="000000"/>
                </a:solidFill>
                <a:latin typeface="Arial" charset="0"/>
              </a:defRPr>
            </a:lvl4pPr>
            <a:lvl5pPr marL="2138667" indent="-237630" eaLnBrk="0" hangingPunct="0">
              <a:spcBef>
                <a:spcPts val="312"/>
              </a:spcBef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5pPr>
            <a:lvl6pPr marL="2613927" indent="-237630" eaLnBrk="0" fontAlgn="base" hangingPunct="0">
              <a:spcBef>
                <a:spcPts val="312"/>
              </a:spcBef>
              <a:spcAft>
                <a:spcPct val="0"/>
              </a:spcAft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6pPr>
            <a:lvl7pPr marL="3089186" indent="-237630" eaLnBrk="0" fontAlgn="base" hangingPunct="0">
              <a:spcBef>
                <a:spcPts val="312"/>
              </a:spcBef>
              <a:spcAft>
                <a:spcPct val="0"/>
              </a:spcAft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7pPr>
            <a:lvl8pPr marL="3564446" indent="-237630" eaLnBrk="0" fontAlgn="base" hangingPunct="0">
              <a:spcBef>
                <a:spcPts val="312"/>
              </a:spcBef>
              <a:spcAft>
                <a:spcPct val="0"/>
              </a:spcAft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8pPr>
            <a:lvl9pPr marL="4039705" indent="-237630" eaLnBrk="0" fontAlgn="base" hangingPunct="0">
              <a:spcBef>
                <a:spcPts val="312"/>
              </a:spcBef>
              <a:spcAft>
                <a:spcPct val="0"/>
              </a:spcAft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s-PE" sz="1100"/>
              <a:t>Oracle Database 12</a:t>
            </a:r>
            <a:r>
              <a:rPr lang="en-US" altLang="es-PE" sz="1100" i="1"/>
              <a:t>c</a:t>
            </a:r>
            <a:r>
              <a:rPr lang="en-US" altLang="es-PE" sz="1100"/>
              <a:t>: SQL Workshop I   1 - 3</a:t>
            </a:r>
          </a:p>
        </p:txBody>
      </p:sp>
    </p:spTree>
    <p:extLst>
      <p:ext uri="{BB962C8B-B14F-4D97-AF65-F5344CB8AC3E}">
        <p14:creationId xmlns:p14="http://schemas.microsoft.com/office/powerpoint/2010/main" val="347129099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8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223838" y="511175"/>
            <a:ext cx="6651625" cy="498951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49155" name="Notes Placeholder 9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s-PE" altLang="es-PE" dirty="0">
              <a:latin typeface="Arial" charset="0"/>
            </a:endParaRPr>
          </a:p>
        </p:txBody>
      </p:sp>
      <p:sp>
        <p:nvSpPr>
          <p:cNvPr id="49156" name="Footer Placeholder 4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ts val="416"/>
              </a:spcBef>
              <a:buSzPct val="100000"/>
              <a:buFont typeface="Arial" charset="0"/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72297" indent="-297037" eaLnBrk="0" hangingPunct="0">
              <a:spcBef>
                <a:spcPts val="416"/>
              </a:spcBef>
              <a:buSzPct val="100000"/>
              <a:buFont typeface="Times New Roman" pitchFamily="18" charset="0"/>
              <a:defRPr sz="1100">
                <a:solidFill>
                  <a:srgbClr val="000000"/>
                </a:solidFill>
                <a:latin typeface="Arial" charset="0"/>
              </a:defRPr>
            </a:lvl2pPr>
            <a:lvl3pPr marL="1188149" indent="-237630" eaLnBrk="0" hangingPunct="0">
              <a:spcBef>
                <a:spcPts val="312"/>
              </a:spcBef>
              <a:buSzPct val="100000"/>
              <a:buFont typeface="Times New Roman" pitchFamily="18" charset="0"/>
              <a:buChar char="•"/>
              <a:defRPr sz="1100">
                <a:solidFill>
                  <a:srgbClr val="000000"/>
                </a:solidFill>
                <a:latin typeface="Arial" charset="0"/>
              </a:defRPr>
            </a:lvl3pPr>
            <a:lvl4pPr marL="1663408" indent="-237630" eaLnBrk="0" hangingPunct="0">
              <a:spcBef>
                <a:spcPts val="312"/>
              </a:spcBef>
              <a:buSzPct val="100000"/>
              <a:buFont typeface="Times New Roman" pitchFamily="18" charset="0"/>
              <a:buChar char="-"/>
              <a:defRPr sz="1100">
                <a:solidFill>
                  <a:srgbClr val="000000"/>
                </a:solidFill>
                <a:latin typeface="Arial" charset="0"/>
              </a:defRPr>
            </a:lvl4pPr>
            <a:lvl5pPr marL="2138667" indent="-237630" eaLnBrk="0" hangingPunct="0">
              <a:spcBef>
                <a:spcPts val="312"/>
              </a:spcBef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5pPr>
            <a:lvl6pPr marL="2613927" indent="-237630" eaLnBrk="0" fontAlgn="base" hangingPunct="0">
              <a:spcBef>
                <a:spcPts val="312"/>
              </a:spcBef>
              <a:spcAft>
                <a:spcPct val="0"/>
              </a:spcAft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6pPr>
            <a:lvl7pPr marL="3089186" indent="-237630" eaLnBrk="0" fontAlgn="base" hangingPunct="0">
              <a:spcBef>
                <a:spcPts val="312"/>
              </a:spcBef>
              <a:spcAft>
                <a:spcPct val="0"/>
              </a:spcAft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7pPr>
            <a:lvl8pPr marL="3564446" indent="-237630" eaLnBrk="0" fontAlgn="base" hangingPunct="0">
              <a:spcBef>
                <a:spcPts val="312"/>
              </a:spcBef>
              <a:spcAft>
                <a:spcPct val="0"/>
              </a:spcAft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8pPr>
            <a:lvl9pPr marL="4039705" indent="-237630" eaLnBrk="0" fontAlgn="base" hangingPunct="0">
              <a:spcBef>
                <a:spcPts val="312"/>
              </a:spcBef>
              <a:spcAft>
                <a:spcPct val="0"/>
              </a:spcAft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s-PE" sz="1100"/>
              <a:t>Oracle Database 12</a:t>
            </a:r>
            <a:r>
              <a:rPr lang="en-US" altLang="es-PE" sz="1100" i="1"/>
              <a:t>c</a:t>
            </a:r>
            <a:r>
              <a:rPr lang="en-US" altLang="es-PE" sz="1100"/>
              <a:t>: SQL Workshop I   1 - 3</a:t>
            </a:r>
          </a:p>
        </p:txBody>
      </p:sp>
    </p:spTree>
    <p:extLst>
      <p:ext uri="{BB962C8B-B14F-4D97-AF65-F5344CB8AC3E}">
        <p14:creationId xmlns:p14="http://schemas.microsoft.com/office/powerpoint/2010/main" val="347129099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8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223838" y="511175"/>
            <a:ext cx="6651625" cy="498951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49155" name="Notes Placeholder 9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s-PE" altLang="es-PE" dirty="0">
              <a:latin typeface="Arial" charset="0"/>
            </a:endParaRPr>
          </a:p>
        </p:txBody>
      </p:sp>
      <p:sp>
        <p:nvSpPr>
          <p:cNvPr id="49156" name="Footer Placeholder 4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ts val="416"/>
              </a:spcBef>
              <a:buSzPct val="100000"/>
              <a:buFont typeface="Arial" charset="0"/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72297" indent="-297037" eaLnBrk="0" hangingPunct="0">
              <a:spcBef>
                <a:spcPts val="416"/>
              </a:spcBef>
              <a:buSzPct val="100000"/>
              <a:buFont typeface="Times New Roman" pitchFamily="18" charset="0"/>
              <a:defRPr sz="1100">
                <a:solidFill>
                  <a:srgbClr val="000000"/>
                </a:solidFill>
                <a:latin typeface="Arial" charset="0"/>
              </a:defRPr>
            </a:lvl2pPr>
            <a:lvl3pPr marL="1188149" indent="-237630" eaLnBrk="0" hangingPunct="0">
              <a:spcBef>
                <a:spcPts val="312"/>
              </a:spcBef>
              <a:buSzPct val="100000"/>
              <a:buFont typeface="Times New Roman" pitchFamily="18" charset="0"/>
              <a:buChar char="•"/>
              <a:defRPr sz="1100">
                <a:solidFill>
                  <a:srgbClr val="000000"/>
                </a:solidFill>
                <a:latin typeface="Arial" charset="0"/>
              </a:defRPr>
            </a:lvl3pPr>
            <a:lvl4pPr marL="1663408" indent="-237630" eaLnBrk="0" hangingPunct="0">
              <a:spcBef>
                <a:spcPts val="312"/>
              </a:spcBef>
              <a:buSzPct val="100000"/>
              <a:buFont typeface="Times New Roman" pitchFamily="18" charset="0"/>
              <a:buChar char="-"/>
              <a:defRPr sz="1100">
                <a:solidFill>
                  <a:srgbClr val="000000"/>
                </a:solidFill>
                <a:latin typeface="Arial" charset="0"/>
              </a:defRPr>
            </a:lvl4pPr>
            <a:lvl5pPr marL="2138667" indent="-237630" eaLnBrk="0" hangingPunct="0">
              <a:spcBef>
                <a:spcPts val="312"/>
              </a:spcBef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5pPr>
            <a:lvl6pPr marL="2613927" indent="-237630" eaLnBrk="0" fontAlgn="base" hangingPunct="0">
              <a:spcBef>
                <a:spcPts val="312"/>
              </a:spcBef>
              <a:spcAft>
                <a:spcPct val="0"/>
              </a:spcAft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6pPr>
            <a:lvl7pPr marL="3089186" indent="-237630" eaLnBrk="0" fontAlgn="base" hangingPunct="0">
              <a:spcBef>
                <a:spcPts val="312"/>
              </a:spcBef>
              <a:spcAft>
                <a:spcPct val="0"/>
              </a:spcAft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7pPr>
            <a:lvl8pPr marL="3564446" indent="-237630" eaLnBrk="0" fontAlgn="base" hangingPunct="0">
              <a:spcBef>
                <a:spcPts val="312"/>
              </a:spcBef>
              <a:spcAft>
                <a:spcPct val="0"/>
              </a:spcAft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8pPr>
            <a:lvl9pPr marL="4039705" indent="-237630" eaLnBrk="0" fontAlgn="base" hangingPunct="0">
              <a:spcBef>
                <a:spcPts val="312"/>
              </a:spcBef>
              <a:spcAft>
                <a:spcPct val="0"/>
              </a:spcAft>
              <a:buSzPct val="100000"/>
              <a:buFont typeface="Times New Roman" pitchFamily="18" charset="0"/>
              <a:defRPr sz="1000">
                <a:solidFill>
                  <a:srgbClr val="000000"/>
                </a:solidFill>
                <a:latin typeface="Courier New" pitchFamily="49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s-PE" sz="1100"/>
              <a:t>Oracle Database 12</a:t>
            </a:r>
            <a:r>
              <a:rPr lang="en-US" altLang="es-PE" sz="1100" i="1"/>
              <a:t>c</a:t>
            </a:r>
            <a:r>
              <a:rPr lang="en-US" altLang="es-PE" sz="1100"/>
              <a:t>: SQL Workshop I   1 - 3</a:t>
            </a:r>
          </a:p>
        </p:txBody>
      </p:sp>
    </p:spTree>
    <p:extLst>
      <p:ext uri="{BB962C8B-B14F-4D97-AF65-F5344CB8AC3E}">
        <p14:creationId xmlns:p14="http://schemas.microsoft.com/office/powerpoint/2010/main" val="347129099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1246188" y="1279525"/>
            <a:ext cx="4606925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1 - 3</a:t>
            </a:r>
          </a:p>
        </p:txBody>
      </p:sp>
    </p:spTree>
    <p:extLst>
      <p:ext uri="{BB962C8B-B14F-4D97-AF65-F5344CB8AC3E}">
        <p14:creationId xmlns:p14="http://schemas.microsoft.com/office/powerpoint/2010/main" val="31354202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_Gray_Number"/>
          <p:cNvSpPr>
            <a:spLocks noChangeArrowheads="1"/>
          </p:cNvSpPr>
          <p:nvPr userDrawn="1"/>
        </p:nvSpPr>
        <p:spPr bwMode="gray">
          <a:xfrm>
            <a:off x="3505200" y="952500"/>
            <a:ext cx="2057400" cy="43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wrap="none" lIns="12700" tIns="12700" rIns="12700" bIns="12700" anchor="ctr"/>
          <a:lstStyle>
            <a:lvl1pPr defTabSz="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buClr>
                <a:srgbClr val="000000"/>
              </a:buClr>
              <a:buFont typeface="Arial" charset="0"/>
              <a:buNone/>
            </a:pPr>
            <a:r>
              <a:rPr lang="en-US" altLang="es-PE" sz="27700" b="1" dirty="0">
                <a:solidFill>
                  <a:srgbClr val="CCCCCC"/>
                </a:solidFill>
                <a:latin typeface="Times New Roman" pitchFamily="18" charset="0"/>
              </a:rPr>
              <a:t>3</a:t>
            </a:r>
          </a:p>
        </p:txBody>
      </p:sp>
      <p:sp>
        <p:nvSpPr>
          <p:cNvPr id="276483" name="Default_Title"/>
          <p:cNvSpPr>
            <a:spLocks noGrp="1" noChangeArrowheads="1"/>
          </p:cNvSpPr>
          <p:nvPr>
            <p:ph type="ctrTitle"/>
          </p:nvPr>
        </p:nvSpPr>
        <p:spPr>
          <a:xfrm>
            <a:off x="914400" y="2667000"/>
            <a:ext cx="7315200" cy="685800"/>
          </a:xfrm>
        </p:spPr>
        <p:txBody>
          <a:bodyPr/>
          <a:lstStyle>
            <a:lvl1pPr>
              <a:spcBef>
                <a:spcPct val="0"/>
              </a:spcBef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76484" name="Title_PlaceholderSubtitle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27100" y="4419600"/>
            <a:ext cx="7302500" cy="4318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Slide_Copyright"/>
          <p:cNvSpPr>
            <a:spLocks noChangeArrowheads="1"/>
          </p:cNvSpPr>
          <p:nvPr userDrawn="1"/>
        </p:nvSpPr>
        <p:spPr bwMode="auto">
          <a:xfrm>
            <a:off x="2517775" y="6564666"/>
            <a:ext cx="4102100" cy="19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s-ES" sz="1000" i="1" kern="12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charset="0"/>
                <a:ea typeface="+mn-ea"/>
                <a:cs typeface="Arial" charset="0"/>
              </a:rPr>
              <a:t>Copyright © Todos los Derechos Reservados - Cibertec Perú SAC</a:t>
            </a:r>
            <a:r>
              <a:rPr lang="en-US" altLang="es-PE" sz="10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</p:txBody>
      </p:sp>
      <p:pic>
        <p:nvPicPr>
          <p:cNvPr id="8" name="Imagen 7"/>
          <p:cNvPicPr>
            <a:picLocks noChangeAspect="1"/>
          </p:cNvPicPr>
          <p:nvPr userDrawn="1"/>
        </p:nvPicPr>
        <p:blipFill rotWithShape="1">
          <a:blip r:embed="rId2"/>
          <a:srcRect l="26000" t="4480" r="8000"/>
          <a:stretch/>
        </p:blipFill>
        <p:spPr>
          <a:xfrm>
            <a:off x="6748696" y="6531523"/>
            <a:ext cx="2057400" cy="21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963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3577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ed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47800"/>
            <a:ext cx="7918450" cy="1751013"/>
          </a:xfrm>
        </p:spPr>
        <p:txBody>
          <a:bodyPr/>
          <a:lstStyle>
            <a:lvl2pPr>
              <a:buFont typeface="+mj-lt"/>
              <a:buAutoNum type="arabicPeriod"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0942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439738"/>
            <a:ext cx="7918450" cy="8763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51216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Slide_PlaceholderText"/>
          <p:cNvSpPr>
            <a:spLocks noGrp="1" noChangeArrowheads="1"/>
          </p:cNvSpPr>
          <p:nvPr>
            <p:ph type="body" idx="1"/>
          </p:nvPr>
        </p:nvSpPr>
        <p:spPr bwMode="gray">
          <a:xfrm>
            <a:off x="609600" y="1447800"/>
            <a:ext cx="7918450" cy="175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700" tIns="12700" rIns="12700" bIns="1270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es-PE" dirty="0"/>
              <a:t>Click to edit Master text styles</a:t>
            </a:r>
          </a:p>
          <a:p>
            <a:pPr lvl="1"/>
            <a:r>
              <a:rPr lang="en-US" altLang="es-PE" dirty="0"/>
              <a:t>Second level</a:t>
            </a:r>
          </a:p>
          <a:p>
            <a:pPr lvl="2"/>
            <a:r>
              <a:rPr lang="en-US" altLang="es-PE" dirty="0"/>
              <a:t>Third level</a:t>
            </a:r>
          </a:p>
          <a:p>
            <a:pPr lvl="3"/>
            <a:r>
              <a:rPr lang="en-US" altLang="es-PE" dirty="0"/>
              <a:t>Fourth level</a:t>
            </a:r>
          </a:p>
          <a:p>
            <a:pPr lvl="4"/>
            <a:r>
              <a:rPr lang="en-US" altLang="es-PE" dirty="0"/>
              <a:t>Fifth level</a:t>
            </a:r>
          </a:p>
        </p:txBody>
      </p:sp>
      <p:sp>
        <p:nvSpPr>
          <p:cNvPr id="1028" name="Slide_Copyright"/>
          <p:cNvSpPr>
            <a:spLocks noChangeArrowheads="1"/>
          </p:cNvSpPr>
          <p:nvPr/>
        </p:nvSpPr>
        <p:spPr bwMode="auto">
          <a:xfrm>
            <a:off x="2517775" y="6564666"/>
            <a:ext cx="4102100" cy="19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s-ES" sz="1000" i="1" kern="12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charset="0"/>
                <a:ea typeface="+mn-ea"/>
                <a:cs typeface="Arial" charset="0"/>
              </a:rPr>
              <a:t>Copyright © Todos los Derechos Reservados - Cibertec Perú SAC</a:t>
            </a:r>
            <a:r>
              <a:rPr lang="en-US" altLang="es-PE" sz="10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</p:txBody>
      </p:sp>
      <p:sp>
        <p:nvSpPr>
          <p:cNvPr id="1029" name="Slide_PlaceholderTitle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439738"/>
            <a:ext cx="7918450" cy="87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700" tIns="12700" rIns="12700" bIns="127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s-PE"/>
              <a:t>Click to edit Master title style</a:t>
            </a:r>
          </a:p>
        </p:txBody>
      </p:sp>
      <p:sp>
        <p:nvSpPr>
          <p:cNvPr id="1030" name="Slide_Page_Number"/>
          <p:cNvSpPr>
            <a:spLocks noChangeArrowheads="1"/>
          </p:cNvSpPr>
          <p:nvPr/>
        </p:nvSpPr>
        <p:spPr bwMode="auto">
          <a:xfrm>
            <a:off x="457200" y="6572603"/>
            <a:ext cx="96520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just" eaLnBrk="1" hangingPunct="1"/>
            <a:r>
              <a:rPr lang="en-US" altLang="es-PE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8 - </a:t>
            </a:r>
            <a:fld id="{CC6CCC35-D252-4A19-A0BD-32E64AD2563A}" type="slidenum">
              <a:rPr lang="en-US" altLang="es-PE" sz="1000">
                <a:solidFill>
                  <a:schemeClr val="tx1">
                    <a:lumMod val="50000"/>
                    <a:lumOff val="50000"/>
                  </a:schemeClr>
                </a:solidFill>
              </a:rPr>
              <a:pPr algn="just" eaLnBrk="1" hangingPunct="1"/>
              <a:t>‹Nº›</a:t>
            </a:fld>
            <a:endParaRPr lang="en-US" altLang="es-PE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2" name="Imagen 1"/>
          <p:cNvPicPr>
            <a:picLocks noChangeAspect="1"/>
          </p:cNvPicPr>
          <p:nvPr userDrawn="1"/>
        </p:nvPicPr>
        <p:blipFill rotWithShape="1">
          <a:blip r:embed="rId6"/>
          <a:srcRect l="26000" t="4480" r="8000"/>
          <a:stretch/>
        </p:blipFill>
        <p:spPr>
          <a:xfrm>
            <a:off x="6748696" y="6531523"/>
            <a:ext cx="2057400" cy="21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541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93" r:id="rId1"/>
    <p:sldLayoutId id="2147484194" r:id="rId2"/>
    <p:sldLayoutId id="2147484195" r:id="rId3"/>
    <p:sldLayoutId id="2147484196" r:id="rId4"/>
  </p:sldLayoutIdLst>
  <p:txStyles>
    <p:titleStyle>
      <a:lvl1pPr algn="ctr" defTabSz="228600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Font typeface="Arial" charset="0"/>
        <a:defRPr sz="2600" b="1">
          <a:solidFill>
            <a:schemeClr val="tx1"/>
          </a:solidFill>
          <a:latin typeface="+mj-lt"/>
          <a:ea typeface="+mj-ea"/>
          <a:cs typeface="+mj-cs"/>
        </a:defRPr>
      </a:lvl1pPr>
      <a:lvl2pPr algn="ctr" defTabSz="228600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Font typeface="Arial" charset="0"/>
        <a:defRPr sz="2600" b="1">
          <a:solidFill>
            <a:schemeClr val="tx1"/>
          </a:solidFill>
          <a:latin typeface="Arial" pitchFamily="34" charset="0"/>
        </a:defRPr>
      </a:lvl2pPr>
      <a:lvl3pPr algn="ctr" defTabSz="228600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Font typeface="Arial" charset="0"/>
        <a:defRPr sz="2600" b="1">
          <a:solidFill>
            <a:schemeClr val="tx1"/>
          </a:solidFill>
          <a:latin typeface="Arial" pitchFamily="34" charset="0"/>
        </a:defRPr>
      </a:lvl3pPr>
      <a:lvl4pPr algn="ctr" defTabSz="228600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Font typeface="Arial" charset="0"/>
        <a:defRPr sz="2600" b="1">
          <a:solidFill>
            <a:schemeClr val="tx1"/>
          </a:solidFill>
          <a:latin typeface="Arial" pitchFamily="34" charset="0"/>
        </a:defRPr>
      </a:lvl4pPr>
      <a:lvl5pPr algn="ctr" defTabSz="228600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Font typeface="Arial" charset="0"/>
        <a:defRPr sz="2600" b="1">
          <a:solidFill>
            <a:schemeClr val="tx1"/>
          </a:solidFill>
          <a:latin typeface="Arial" pitchFamily="34" charset="0"/>
        </a:defRPr>
      </a:lvl5pPr>
      <a:lvl6pPr marL="457200" algn="ctr" defTabSz="228600" rtl="0" eaLnBrk="1" fontAlgn="base" hangingPunct="1">
        <a:spcBef>
          <a:spcPct val="20000"/>
        </a:spcBef>
        <a:spcAft>
          <a:spcPct val="0"/>
        </a:spcAft>
        <a:buClr>
          <a:srgbClr val="000000"/>
        </a:buClr>
        <a:buFont typeface="Arial" pitchFamily="34" charset="0"/>
        <a:defRPr sz="2600" b="1">
          <a:solidFill>
            <a:schemeClr val="tx1"/>
          </a:solidFill>
          <a:latin typeface="Arial" pitchFamily="34" charset="0"/>
        </a:defRPr>
      </a:lvl6pPr>
      <a:lvl7pPr marL="914400" algn="ctr" defTabSz="228600" rtl="0" eaLnBrk="1" fontAlgn="base" hangingPunct="1">
        <a:spcBef>
          <a:spcPct val="20000"/>
        </a:spcBef>
        <a:spcAft>
          <a:spcPct val="0"/>
        </a:spcAft>
        <a:buClr>
          <a:srgbClr val="000000"/>
        </a:buClr>
        <a:buFont typeface="Arial" pitchFamily="34" charset="0"/>
        <a:defRPr sz="2600" b="1">
          <a:solidFill>
            <a:schemeClr val="tx1"/>
          </a:solidFill>
          <a:latin typeface="Arial" pitchFamily="34" charset="0"/>
        </a:defRPr>
      </a:lvl7pPr>
      <a:lvl8pPr marL="1371600" algn="ctr" defTabSz="228600" rtl="0" eaLnBrk="1" fontAlgn="base" hangingPunct="1">
        <a:spcBef>
          <a:spcPct val="20000"/>
        </a:spcBef>
        <a:spcAft>
          <a:spcPct val="0"/>
        </a:spcAft>
        <a:buClr>
          <a:srgbClr val="000000"/>
        </a:buClr>
        <a:buFont typeface="Arial" pitchFamily="34" charset="0"/>
        <a:defRPr sz="2600" b="1">
          <a:solidFill>
            <a:schemeClr val="tx1"/>
          </a:solidFill>
          <a:latin typeface="Arial" pitchFamily="34" charset="0"/>
        </a:defRPr>
      </a:lvl8pPr>
      <a:lvl9pPr marL="1828800" algn="ctr" defTabSz="228600" rtl="0" eaLnBrk="1" fontAlgn="base" hangingPunct="1">
        <a:spcBef>
          <a:spcPct val="20000"/>
        </a:spcBef>
        <a:spcAft>
          <a:spcPct val="0"/>
        </a:spcAft>
        <a:buClr>
          <a:srgbClr val="000000"/>
        </a:buClr>
        <a:buFont typeface="Arial" pitchFamily="34" charset="0"/>
        <a:defRPr sz="2600" b="1">
          <a:solidFill>
            <a:schemeClr val="tx1"/>
          </a:solidFill>
          <a:latin typeface="Arial" pitchFamily="34" charset="0"/>
        </a:defRPr>
      </a:lvl9pPr>
    </p:titleStyle>
    <p:bodyStyle>
      <a:lvl1pPr marL="7938" indent="7938" algn="l" defTabSz="228600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Font typeface="Arial" charset="0"/>
        <a:defRPr sz="2200">
          <a:solidFill>
            <a:schemeClr val="tx1"/>
          </a:solidFill>
          <a:latin typeface="Arial" pitchFamily="34" charset="0"/>
          <a:ea typeface="+mn-ea"/>
          <a:cs typeface="+mn-cs"/>
        </a:defRPr>
      </a:lvl1pPr>
      <a:lvl2pPr marL="574675" indent="-460375" algn="l" defTabSz="228600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Font typeface="Arial" charset="0"/>
        <a:buChar char="•"/>
        <a:defRPr sz="2200">
          <a:solidFill>
            <a:schemeClr val="tx1"/>
          </a:solidFill>
          <a:latin typeface="+mn-lt"/>
        </a:defRPr>
      </a:lvl2pPr>
      <a:lvl3pPr marL="1020763" indent="-331788" algn="l" defTabSz="228600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Font typeface="Arial" charset="0"/>
        <a:buChar char="–"/>
        <a:defRPr sz="2000">
          <a:solidFill>
            <a:schemeClr val="tx1"/>
          </a:solidFill>
          <a:latin typeface="+mn-lt"/>
        </a:defRPr>
      </a:lvl3pPr>
      <a:lvl4pPr marL="1366838" indent="-231775" algn="l" defTabSz="228600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45000"/>
        <a:buFont typeface="Arial" charset="0"/>
        <a:buChar char="—"/>
        <a:defRPr>
          <a:solidFill>
            <a:schemeClr val="tx1"/>
          </a:solidFill>
          <a:latin typeface="+mn-lt"/>
        </a:defRPr>
      </a:lvl4pPr>
      <a:lvl5pPr marL="1711325" indent="-230188" algn="l" defTabSz="228600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Arial" charset="0"/>
        <a:buChar char="—"/>
        <a:defRPr sz="1600">
          <a:solidFill>
            <a:schemeClr val="tx1"/>
          </a:solidFill>
          <a:latin typeface="+mn-lt"/>
        </a:defRPr>
      </a:lvl5pPr>
      <a:lvl6pPr marL="2168525" indent="-230188" algn="l" defTabSz="228600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Arial" pitchFamily="34" charset="0"/>
        <a:buChar char="—"/>
        <a:defRPr sz="1600">
          <a:solidFill>
            <a:schemeClr val="tx1"/>
          </a:solidFill>
          <a:latin typeface="+mn-lt"/>
        </a:defRPr>
      </a:lvl6pPr>
      <a:lvl7pPr marL="2625725" indent="-230188" algn="l" defTabSz="228600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Arial" pitchFamily="34" charset="0"/>
        <a:buChar char="—"/>
        <a:defRPr sz="1600">
          <a:solidFill>
            <a:schemeClr val="tx1"/>
          </a:solidFill>
          <a:latin typeface="+mn-lt"/>
        </a:defRPr>
      </a:lvl7pPr>
      <a:lvl8pPr marL="3082925" indent="-230188" algn="l" defTabSz="228600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Arial" pitchFamily="34" charset="0"/>
        <a:buChar char="—"/>
        <a:defRPr sz="1600">
          <a:solidFill>
            <a:schemeClr val="tx1"/>
          </a:solidFill>
          <a:latin typeface="+mn-lt"/>
        </a:defRPr>
      </a:lvl8pPr>
      <a:lvl9pPr marL="3540125" indent="-230188" algn="l" defTabSz="228600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Arial" pitchFamily="34" charset="0"/>
        <a:buChar char="—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4272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notesSlide" Target="../notesSlides/notesSlide1.xml"/><Relationship Id="rId7" Type="http://schemas.openxmlformats.org/officeDocument/2006/relationships/diagramQuickStyle" Target="../diagrams/quickStyl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4.gif"/><Relationship Id="rId9" Type="http://schemas.microsoft.com/office/2007/relationships/diagramDrawing" Target="../diagrams/drawin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Relationship Id="rId5" Type="http://schemas.openxmlformats.org/officeDocument/2006/relationships/image" Target="../media/image15.png"/><Relationship Id="rId4" Type="http://schemas.openxmlformats.org/officeDocument/2006/relationships/hyperlink" Target="http://jquery.com/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Relationship Id="rId5" Type="http://schemas.openxmlformats.org/officeDocument/2006/relationships/image" Target="../media/image16.png"/><Relationship Id="rId4" Type="http://schemas.openxmlformats.org/officeDocument/2006/relationships/hyperlink" Target="http://jqapi.ru/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Relationship Id="rId4" Type="http://schemas.openxmlformats.org/officeDocument/2006/relationships/image" Target="../media/image20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Relationship Id="rId4" Type="http://schemas.openxmlformats.org/officeDocument/2006/relationships/image" Target="../media/image2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Relationship Id="rId4" Type="http://schemas.openxmlformats.org/officeDocument/2006/relationships/image" Target="../media/image22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0" y="228600"/>
            <a:ext cx="2715242" cy="457200"/>
          </a:xfrm>
          <a:prstGeom prst="rect">
            <a:avLst/>
          </a:prstGeom>
        </p:spPr>
      </p:pic>
      <p:graphicFrame>
        <p:nvGraphicFramePr>
          <p:cNvPr id="10" name="Diagrama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75825129"/>
              </p:ext>
            </p:extLst>
          </p:nvPr>
        </p:nvGraphicFramePr>
        <p:xfrm>
          <a:off x="152400" y="228683"/>
          <a:ext cx="5333888" cy="7619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11" name="Rectangle 10"/>
          <p:cNvSpPr>
            <a:spLocks noGrp="1" noChangeArrowheads="1"/>
          </p:cNvSpPr>
          <p:nvPr>
            <p:ph type="ctrTitle"/>
          </p:nvPr>
        </p:nvSpPr>
        <p:spPr>
          <a:xfrm>
            <a:off x="429131" y="3124200"/>
            <a:ext cx="8410069" cy="685800"/>
          </a:xfrm>
        </p:spPr>
        <p:txBody>
          <a:bodyPr>
            <a:normAutofit/>
          </a:bodyPr>
          <a:lstStyle/>
          <a:p>
            <a:r>
              <a:rPr lang="es-PE" dirty="0"/>
              <a:t>JavaScript</a:t>
            </a:r>
            <a:endParaRPr lang="en-US" altLang="es-PE" sz="4000" b="1" dirty="0">
              <a:latin typeface="+mn-lt"/>
              <a:cs typeface="Aharoni" panose="02010803020104030203" pitchFamily="2" charset="-79"/>
            </a:endParaRPr>
          </a:p>
        </p:txBody>
      </p:sp>
      <p:sp>
        <p:nvSpPr>
          <p:cNvPr id="12" name="Subtitle 5"/>
          <p:cNvSpPr>
            <a:spLocks noGrp="1"/>
          </p:cNvSpPr>
          <p:nvPr>
            <p:ph type="subTitle" idx="1"/>
          </p:nvPr>
        </p:nvSpPr>
        <p:spPr>
          <a:xfrm>
            <a:off x="926988" y="4724317"/>
            <a:ext cx="7302500" cy="364202"/>
          </a:xfrm>
        </p:spPr>
        <p:txBody>
          <a:bodyPr/>
          <a:lstStyle/>
          <a:p>
            <a:r>
              <a:rPr lang="en-US" altLang="es-PE" dirty="0">
                <a:latin typeface="Arial" charset="0"/>
              </a:rPr>
              <a:t>Visual Studio 2017 Web Developer – C#</a:t>
            </a:r>
            <a:endParaRPr lang="es-PE" altLang="es-PE" dirty="0">
              <a:latin typeface="Arial" charset="0"/>
            </a:endParaRPr>
          </a:p>
        </p:txBody>
      </p:sp>
    </p:spTree>
    <p:custDataLst>
      <p:tags r:id="rId1"/>
    </p:custDataLst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03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PE" altLang="es-PE" dirty="0"/>
              <a:t>Objetivos</a:t>
            </a:r>
            <a:endParaRPr lang="en-US" altLang="es-PE" dirty="0"/>
          </a:p>
        </p:txBody>
      </p:sp>
      <p:sp>
        <p:nvSpPr>
          <p:cNvPr id="7171" name="Rectangle 1031"/>
          <p:cNvSpPr>
            <a:spLocks noGrp="1" noChangeArrowheads="1"/>
          </p:cNvSpPr>
          <p:nvPr>
            <p:ph idx="1"/>
          </p:nvPr>
        </p:nvSpPr>
        <p:spPr>
          <a:xfrm>
            <a:off x="609600" y="1447800"/>
            <a:ext cx="7918450" cy="3276600"/>
          </a:xfrm>
        </p:spPr>
        <p:txBody>
          <a:bodyPr>
            <a:noAutofit/>
          </a:bodyPr>
          <a:lstStyle/>
          <a:p>
            <a:pPr marL="0" indent="0" eaLnBrk="1" hangingPunct="1">
              <a:buNone/>
            </a:pPr>
            <a:r>
              <a:rPr lang="es-PE" altLang="es-PE" dirty="0">
                <a:latin typeface="+mn-lt"/>
              </a:rPr>
              <a:t>Al finalizar el capítulo, el alumno</a:t>
            </a:r>
            <a:r>
              <a:rPr lang="en-US" altLang="es-PE" dirty="0">
                <a:latin typeface="+mn-lt"/>
              </a:rPr>
              <a:t>:</a:t>
            </a:r>
          </a:p>
          <a:p>
            <a:pPr marL="0" indent="0">
              <a:buClr>
                <a:srgbClr val="FF0000"/>
              </a:buClr>
              <a:buNone/>
            </a:pPr>
            <a:endParaRPr lang="es-PE" dirty="0">
              <a:latin typeface="+mn-lt"/>
            </a:endParaRPr>
          </a:p>
          <a:p>
            <a:pPr marL="350838" lvl="0" indent="-34290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PE" dirty="0">
                <a:latin typeface="+mn-lt"/>
              </a:rPr>
              <a:t>Comprende el modelo DOM de una página HTML.</a:t>
            </a:r>
          </a:p>
          <a:p>
            <a:pPr marL="350838" lvl="0" indent="-34290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PE" dirty="0">
                <a:latin typeface="+mn-lt"/>
              </a:rPr>
              <a:t>Construye páginas básicas con HTML.</a:t>
            </a:r>
          </a:p>
          <a:p>
            <a:pPr marL="350838" lvl="0" indent="-34290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PE" dirty="0">
                <a:latin typeface="+mn-lt"/>
              </a:rPr>
              <a:t>Desarrolla funciones </a:t>
            </a:r>
            <a:r>
              <a:rPr lang="es-PE" dirty="0" smtClean="0">
                <a:latin typeface="+mn-lt"/>
              </a:rPr>
              <a:t>J</a:t>
            </a:r>
            <a:r>
              <a:rPr lang="es-PE" dirty="0" smtClean="0">
                <a:latin typeface="+mn-lt"/>
              </a:rPr>
              <a:t>avaScript </a:t>
            </a:r>
            <a:r>
              <a:rPr lang="es-PE" dirty="0">
                <a:latin typeface="+mn-lt"/>
              </a:rPr>
              <a:t>para manipular los elementos HTML.</a:t>
            </a:r>
          </a:p>
          <a:p>
            <a:pPr marL="350838" indent="-34290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PE" dirty="0">
                <a:latin typeface="+mn-lt"/>
              </a:rPr>
              <a:t>Hace uso de </a:t>
            </a:r>
            <a:r>
              <a:rPr lang="es-PE" dirty="0" err="1">
                <a:latin typeface="+mn-lt"/>
              </a:rPr>
              <a:t>JQuery</a:t>
            </a:r>
            <a:r>
              <a:rPr lang="es-PE" dirty="0" smtClean="0">
                <a:latin typeface="+mn-lt"/>
              </a:rPr>
              <a:t>, Ajax </a:t>
            </a:r>
            <a:r>
              <a:rPr lang="es-PE" dirty="0">
                <a:latin typeface="+mn-lt"/>
              </a:rPr>
              <a:t>y JSON para enviar información al servidor.</a:t>
            </a:r>
          </a:p>
          <a:p>
            <a:pPr lvl="0">
              <a:buClr>
                <a:srgbClr val="FF0000"/>
              </a:buClr>
            </a:pPr>
            <a:endParaRPr lang="es-PE" dirty="0">
              <a:latin typeface="+mn-lt"/>
            </a:endParaRPr>
          </a:p>
          <a:p>
            <a:pPr marL="0" indent="0" eaLnBrk="1" hangingPunct="1">
              <a:buNone/>
            </a:pPr>
            <a:endParaRPr lang="en-US" altLang="es-PE" dirty="0">
              <a:latin typeface="+mn-lt"/>
            </a:endParaRPr>
          </a:p>
        </p:txBody>
      </p:sp>
    </p:spTree>
    <p:custDataLst>
      <p:tags r:id="rId1"/>
    </p:custData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Agenda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50838" lvl="0" indent="-342900"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PE" sz="2000" dirty="0">
                <a:latin typeface="+mn-lt"/>
              </a:rPr>
              <a:t>JavaScript</a:t>
            </a:r>
          </a:p>
          <a:p>
            <a:pPr marL="722313" indent="-361950">
              <a:spcBef>
                <a:spcPts val="0"/>
              </a:spcBef>
              <a:buClr>
                <a:schemeClr val="accent2"/>
              </a:buClr>
              <a:buFont typeface="Symbol" panose="05050102010706020507" pitchFamily="18" charset="2"/>
              <a:buChar char="-"/>
            </a:pPr>
            <a:r>
              <a:rPr lang="es-PE" sz="1800" dirty="0">
                <a:latin typeface="+mn-lt"/>
              </a:rPr>
              <a:t>Tipos de variables</a:t>
            </a:r>
          </a:p>
          <a:p>
            <a:pPr marL="722313" indent="-361950">
              <a:spcBef>
                <a:spcPts val="0"/>
              </a:spcBef>
              <a:buClr>
                <a:schemeClr val="accent2"/>
              </a:buClr>
              <a:buFont typeface="Symbol" panose="05050102010706020507" pitchFamily="18" charset="2"/>
              <a:buChar char="-"/>
            </a:pPr>
            <a:r>
              <a:rPr lang="es-PE" sz="1800" dirty="0">
                <a:latin typeface="+mn-lt"/>
              </a:rPr>
              <a:t>Operadores</a:t>
            </a:r>
          </a:p>
          <a:p>
            <a:pPr marL="722313" indent="-361950">
              <a:spcBef>
                <a:spcPts val="0"/>
              </a:spcBef>
              <a:buClr>
                <a:schemeClr val="accent2"/>
              </a:buClr>
              <a:buFont typeface="Symbol" panose="05050102010706020507" pitchFamily="18" charset="2"/>
              <a:buChar char="-"/>
            </a:pPr>
            <a:r>
              <a:rPr lang="es-PE" sz="1800" dirty="0">
                <a:latin typeface="+mn-lt"/>
              </a:rPr>
              <a:t>Instrucciones de control - Condicionales</a:t>
            </a:r>
          </a:p>
          <a:p>
            <a:pPr marL="722313" indent="-361950">
              <a:spcBef>
                <a:spcPts val="0"/>
              </a:spcBef>
              <a:buClr>
                <a:schemeClr val="accent2"/>
              </a:buClr>
              <a:buFont typeface="Symbol" panose="05050102010706020507" pitchFamily="18" charset="2"/>
              <a:buChar char="-"/>
            </a:pPr>
            <a:r>
              <a:rPr lang="es-PE" sz="1800" dirty="0">
                <a:latin typeface="+mn-lt"/>
              </a:rPr>
              <a:t>Instrucciones de control – Bucles</a:t>
            </a:r>
          </a:p>
          <a:p>
            <a:pPr marL="722313" indent="-361950">
              <a:spcBef>
                <a:spcPts val="0"/>
              </a:spcBef>
              <a:buClr>
                <a:schemeClr val="accent2"/>
              </a:buClr>
              <a:buFont typeface="Symbol" panose="05050102010706020507" pitchFamily="18" charset="2"/>
              <a:buChar char="-"/>
            </a:pPr>
            <a:r>
              <a:rPr lang="es-PE" sz="1800" dirty="0">
                <a:latin typeface="+mn-lt"/>
              </a:rPr>
              <a:t>Creación de objetos</a:t>
            </a:r>
          </a:p>
          <a:p>
            <a:pPr marL="722313" indent="-361950">
              <a:spcBef>
                <a:spcPts val="0"/>
              </a:spcBef>
              <a:buClr>
                <a:schemeClr val="accent2"/>
              </a:buClr>
              <a:buFont typeface="Symbol" panose="05050102010706020507" pitchFamily="18" charset="2"/>
              <a:buChar char="-"/>
            </a:pPr>
            <a:r>
              <a:rPr lang="es-PE" sz="1800" dirty="0" err="1">
                <a:latin typeface="+mn-lt"/>
              </a:rPr>
              <a:t>Arrays</a:t>
            </a:r>
            <a:endParaRPr lang="es-PE" sz="1800" dirty="0">
              <a:latin typeface="+mn-lt"/>
            </a:endParaRPr>
          </a:p>
          <a:p>
            <a:pPr marL="722313" indent="-361950">
              <a:spcBef>
                <a:spcPts val="0"/>
              </a:spcBef>
              <a:buClr>
                <a:schemeClr val="accent2"/>
              </a:buClr>
              <a:buFont typeface="Symbol" panose="05050102010706020507" pitchFamily="18" charset="2"/>
              <a:buChar char="-"/>
            </a:pPr>
            <a:r>
              <a:rPr lang="es-PE" sz="1800" dirty="0" err="1">
                <a:latin typeface="+mn-lt"/>
              </a:rPr>
              <a:t>Document</a:t>
            </a:r>
            <a:r>
              <a:rPr lang="es-PE" sz="1800" dirty="0">
                <a:latin typeface="+mn-lt"/>
              </a:rPr>
              <a:t> Object </a:t>
            </a:r>
            <a:r>
              <a:rPr lang="es-PE" sz="1800" dirty="0" err="1">
                <a:latin typeface="+mn-lt"/>
              </a:rPr>
              <a:t>Model</a:t>
            </a:r>
            <a:r>
              <a:rPr lang="es-PE" sz="1800" dirty="0">
                <a:latin typeface="+mn-lt"/>
              </a:rPr>
              <a:t> (DOM)</a:t>
            </a:r>
          </a:p>
          <a:p>
            <a:pPr marL="722313" indent="-361950">
              <a:spcBef>
                <a:spcPts val="0"/>
              </a:spcBef>
              <a:buClr>
                <a:schemeClr val="accent2"/>
              </a:buClr>
              <a:buFont typeface="Symbol" panose="05050102010706020507" pitchFamily="18" charset="2"/>
              <a:buChar char="-"/>
            </a:pPr>
            <a:r>
              <a:rPr lang="es-PE" sz="1800" dirty="0">
                <a:latin typeface="+mn-lt"/>
              </a:rPr>
              <a:t>Manejo de eventos</a:t>
            </a:r>
          </a:p>
          <a:p>
            <a:pPr marL="722313" indent="-361950">
              <a:spcBef>
                <a:spcPts val="0"/>
              </a:spcBef>
              <a:buClr>
                <a:schemeClr val="accent2"/>
              </a:buClr>
              <a:buFont typeface="Symbol" panose="05050102010706020507" pitchFamily="18" charset="2"/>
              <a:buChar char="-"/>
            </a:pPr>
            <a:r>
              <a:rPr lang="es-PE" sz="1800" dirty="0">
                <a:latin typeface="+mn-lt"/>
              </a:rPr>
              <a:t>Local y </a:t>
            </a:r>
            <a:r>
              <a:rPr lang="es-PE" sz="1800" dirty="0" err="1">
                <a:latin typeface="+mn-lt"/>
              </a:rPr>
              <a:t>Session</a:t>
            </a:r>
            <a:r>
              <a:rPr lang="es-PE" sz="1800" dirty="0">
                <a:latin typeface="+mn-lt"/>
              </a:rPr>
              <a:t> Storage</a:t>
            </a:r>
          </a:p>
          <a:p>
            <a:pPr marL="350838" indent="-342900"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PE" sz="2000" dirty="0">
                <a:latin typeface="+mn-lt"/>
              </a:rPr>
              <a:t>jQuery</a:t>
            </a:r>
          </a:p>
          <a:p>
            <a:pPr marL="722313" indent="-361950">
              <a:spcBef>
                <a:spcPts val="0"/>
              </a:spcBef>
              <a:buClr>
                <a:schemeClr val="accent2"/>
              </a:buClr>
              <a:buFont typeface="Symbol" panose="05050102010706020507" pitchFamily="18" charset="2"/>
              <a:buChar char="-"/>
            </a:pPr>
            <a:r>
              <a:rPr lang="es-PE" sz="1800" dirty="0">
                <a:latin typeface="+mn-lt"/>
              </a:rPr>
              <a:t>Selectores jQuery</a:t>
            </a:r>
          </a:p>
          <a:p>
            <a:pPr marL="722313" indent="-361950">
              <a:spcBef>
                <a:spcPts val="0"/>
              </a:spcBef>
              <a:buClr>
                <a:schemeClr val="accent2"/>
              </a:buClr>
              <a:buFont typeface="Symbol" panose="05050102010706020507" pitchFamily="18" charset="2"/>
              <a:buChar char="-"/>
            </a:pPr>
            <a:r>
              <a:rPr lang="es-PE" sz="1800" dirty="0">
                <a:latin typeface="+mn-lt"/>
              </a:rPr>
              <a:t>Eventos</a:t>
            </a:r>
          </a:p>
          <a:p>
            <a:pPr marL="722313" indent="-361950">
              <a:spcBef>
                <a:spcPts val="0"/>
              </a:spcBef>
              <a:buClr>
                <a:schemeClr val="accent2"/>
              </a:buClr>
              <a:buFont typeface="Symbol" panose="05050102010706020507" pitchFamily="18" charset="2"/>
              <a:buChar char="-"/>
            </a:pPr>
            <a:r>
              <a:rPr lang="es-PE" sz="1800" dirty="0">
                <a:latin typeface="+mn-lt"/>
              </a:rPr>
              <a:t>Ajax con jQuery</a:t>
            </a:r>
          </a:p>
          <a:p>
            <a:pPr marL="350838" indent="-342900"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PE" sz="2000" dirty="0">
                <a:latin typeface="+mn-lt"/>
              </a:rPr>
              <a:t>JSON: creación y uso</a:t>
            </a:r>
          </a:p>
          <a:p>
            <a:pPr marL="350838" indent="-342900"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PE" sz="2000" dirty="0">
                <a:latin typeface="+mn-lt"/>
              </a:rPr>
              <a:t>AJAX con </a:t>
            </a:r>
            <a:r>
              <a:rPr lang="es-PE" sz="2000" dirty="0" err="1">
                <a:latin typeface="+mn-lt"/>
              </a:rPr>
              <a:t>jquery</a:t>
            </a:r>
            <a:endParaRPr lang="es-PE" sz="2000" dirty="0">
              <a:latin typeface="+mn-lt"/>
            </a:endParaRPr>
          </a:p>
          <a:p>
            <a:pPr marL="350838" indent="-342900"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s-PE" sz="2000" dirty="0">
              <a:latin typeface="+mn-lt"/>
            </a:endParaRPr>
          </a:p>
          <a:p>
            <a:pPr marL="350838" indent="-342900"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s-PE" sz="2000" dirty="0">
              <a:latin typeface="+mn-lt"/>
            </a:endParaRPr>
          </a:p>
          <a:p>
            <a:pPr marL="350838" indent="-342900"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s-PE" sz="2000" dirty="0">
              <a:latin typeface="+mn-lt"/>
            </a:endParaRPr>
          </a:p>
          <a:p>
            <a:pPr marL="350838" indent="-342900"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s-PE" sz="2000" dirty="0">
              <a:latin typeface="+mn-lt"/>
            </a:endParaRPr>
          </a:p>
          <a:p>
            <a:pPr marL="350838" indent="-342900"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s-PE" sz="2000" dirty="0">
              <a:latin typeface="+mn-lt"/>
            </a:endParaRPr>
          </a:p>
          <a:p>
            <a:pPr marL="350838" indent="-342900"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s-PE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83710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03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JavaScript</a:t>
            </a:r>
            <a:endParaRPr lang="es-PE" altLang="es-PE" dirty="0"/>
          </a:p>
        </p:txBody>
      </p:sp>
      <p:sp>
        <p:nvSpPr>
          <p:cNvPr id="4" name="Rectangle 1031"/>
          <p:cNvSpPr>
            <a:spLocks noGrp="1" noChangeArrowheads="1"/>
          </p:cNvSpPr>
          <p:nvPr>
            <p:ph idx="1"/>
          </p:nvPr>
        </p:nvSpPr>
        <p:spPr>
          <a:xfrm>
            <a:off x="609600" y="1447800"/>
            <a:ext cx="7918450" cy="1447576"/>
          </a:xfrm>
        </p:spPr>
        <p:txBody>
          <a:bodyPr/>
          <a:lstStyle/>
          <a:p>
            <a:pPr marL="350838" indent="-342900" algn="just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s-ES" dirty="0"/>
              <a:t>JavaScript es un lenguaje de programación interpretado, dialecto del estándar ECMAScript. </a:t>
            </a:r>
          </a:p>
          <a:p>
            <a:pPr marL="350838" indent="-342900" algn="just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s-PE" dirty="0"/>
              <a:t>Permite interactuar con los documentos HTML, manipular el DOM y manejar eventos.</a:t>
            </a:r>
            <a:endParaRPr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08250" y="3276600"/>
            <a:ext cx="4121150" cy="2229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86614315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03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JavaScript</a:t>
            </a:r>
            <a:endParaRPr lang="es-PE" altLang="es-PE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  <a:endParaRPr lang="es-PE" dirty="0"/>
          </a:p>
        </p:txBody>
      </p:sp>
      <p:sp>
        <p:nvSpPr>
          <p:cNvPr id="7" name="Rectangle 1031"/>
          <p:cNvSpPr txBox="1">
            <a:spLocks noChangeArrowheads="1"/>
          </p:cNvSpPr>
          <p:nvPr/>
        </p:nvSpPr>
        <p:spPr bwMode="gray">
          <a:xfrm>
            <a:off x="609600" y="1447800"/>
            <a:ext cx="7918450" cy="3642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700" tIns="12700" rIns="12700" bIns="12700" numCol="1" anchor="t" anchorCtr="0" compatLnSpc="1">
            <a:prstTxWarp prst="textNoShape">
              <a:avLst/>
            </a:prstTxWarp>
            <a:spAutoFit/>
          </a:bodyPr>
          <a:lstStyle>
            <a:lvl1pPr marL="7938" indent="7938" algn="l" defTabSz="2286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2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1pPr>
            <a:lvl2pPr marL="574675" indent="-460375" algn="l" defTabSz="2286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charset="0"/>
              <a:buChar char="•"/>
              <a:defRPr sz="2200">
                <a:solidFill>
                  <a:schemeClr val="tx1"/>
                </a:solidFill>
                <a:latin typeface="+mn-lt"/>
              </a:defRPr>
            </a:lvl2pPr>
            <a:lvl3pPr marL="1020763" indent="-331788" algn="l" defTabSz="2286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charset="0"/>
              <a:buChar char="–"/>
              <a:defRPr sz="2000">
                <a:solidFill>
                  <a:schemeClr val="tx1"/>
                </a:solidFill>
                <a:latin typeface="+mn-lt"/>
              </a:defRPr>
            </a:lvl3pPr>
            <a:lvl4pPr marL="1366838" indent="-231775" algn="l" defTabSz="2286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45000"/>
              <a:buFont typeface="Arial" charset="0"/>
              <a:buChar char="—"/>
              <a:defRPr>
                <a:solidFill>
                  <a:schemeClr val="tx1"/>
                </a:solidFill>
                <a:latin typeface="+mn-lt"/>
              </a:defRPr>
            </a:lvl4pPr>
            <a:lvl5pPr marL="1711325" indent="-230188" algn="l" defTabSz="2286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Arial" charset="0"/>
              <a:buChar char="—"/>
              <a:defRPr sz="1600">
                <a:solidFill>
                  <a:schemeClr val="tx1"/>
                </a:solidFill>
                <a:latin typeface="+mn-lt"/>
              </a:defRPr>
            </a:lvl5pPr>
            <a:lvl6pPr marL="2168525" indent="-230188" algn="l" defTabSz="2286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Arial" pitchFamily="34" charset="0"/>
              <a:buChar char="—"/>
              <a:defRPr sz="1600">
                <a:solidFill>
                  <a:schemeClr val="tx1"/>
                </a:solidFill>
                <a:latin typeface="+mn-lt"/>
              </a:defRPr>
            </a:lvl6pPr>
            <a:lvl7pPr marL="2625725" indent="-230188" algn="l" defTabSz="2286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Arial" pitchFamily="34" charset="0"/>
              <a:buChar char="—"/>
              <a:defRPr sz="1600">
                <a:solidFill>
                  <a:schemeClr val="tx1"/>
                </a:solidFill>
                <a:latin typeface="+mn-lt"/>
              </a:defRPr>
            </a:lvl7pPr>
            <a:lvl8pPr marL="3082925" indent="-230188" algn="l" defTabSz="2286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Arial" pitchFamily="34" charset="0"/>
              <a:buChar char="—"/>
              <a:defRPr sz="1600">
                <a:solidFill>
                  <a:schemeClr val="tx1"/>
                </a:solidFill>
                <a:latin typeface="+mn-lt"/>
              </a:defRPr>
            </a:lvl8pPr>
            <a:lvl9pPr marL="3540125" indent="-230188" algn="l" defTabSz="2286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Arial" pitchFamily="34" charset="0"/>
              <a:buChar char="—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350838" indent="-342900" algn="just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s-PE" dirty="0">
                <a:latin typeface="+mn-lt"/>
              </a:rPr>
              <a:t>Tipos de variables</a:t>
            </a:r>
          </a:p>
        </p:txBody>
      </p:sp>
      <p:graphicFrame>
        <p:nvGraphicFramePr>
          <p:cNvPr id="8" name="Tab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575866"/>
              </p:ext>
            </p:extLst>
          </p:nvPr>
        </p:nvGraphicFramePr>
        <p:xfrm>
          <a:off x="1143000" y="2057400"/>
          <a:ext cx="6840759" cy="386386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240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04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62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9983">
                <a:tc>
                  <a:txBody>
                    <a:bodyPr/>
                    <a:lstStyle/>
                    <a:p>
                      <a:pPr algn="ctr"/>
                      <a:r>
                        <a:rPr lang="es-PE" sz="1200" dirty="0"/>
                        <a:t>TIPO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200" dirty="0"/>
                        <a:t>DESCRIPCIÓN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200" dirty="0"/>
                        <a:t>EJEMPLOS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3294">
                <a:tc>
                  <a:txBody>
                    <a:bodyPr/>
                    <a:lstStyle/>
                    <a:p>
                      <a:r>
                        <a:rPr lang="es-PE" sz="1200" dirty="0"/>
                        <a:t>Numéricas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PE" sz="1200" dirty="0"/>
                        <a:t>Se utilizan para almacenar valores numéricos enteros o decimales.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sv-SE" sz="1200" dirty="0"/>
                        <a:t>var iva = 20;</a:t>
                      </a:r>
                    </a:p>
                    <a:p>
                      <a:r>
                        <a:rPr lang="sv-SE" sz="1200" dirty="0"/>
                        <a:t>var total = 214.35;</a:t>
                      </a:r>
                      <a:endParaRPr lang="es-PE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3294">
                <a:tc>
                  <a:txBody>
                    <a:bodyPr/>
                    <a:lstStyle/>
                    <a:p>
                      <a:r>
                        <a:rPr lang="es-PE" sz="1200" dirty="0"/>
                        <a:t>Cadenas de </a:t>
                      </a:r>
                      <a:r>
                        <a:rPr lang="es-PE" sz="1200" dirty="0" smtClean="0"/>
                        <a:t>texto</a:t>
                      </a:r>
                      <a:endParaRPr lang="es-PE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PE" sz="1200" dirty="0"/>
                        <a:t>Se utilizan para almacenar caracteres, palabras o frases de texto.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PE" sz="1200" dirty="0" err="1"/>
                        <a:t>var</a:t>
                      </a:r>
                      <a:r>
                        <a:rPr lang="es-PE" sz="1200" dirty="0"/>
                        <a:t> mensaje = "Bienvenido a DAT";</a:t>
                      </a:r>
                    </a:p>
                    <a:p>
                      <a:r>
                        <a:rPr lang="es-PE" sz="1200" dirty="0" err="1"/>
                        <a:t>var</a:t>
                      </a:r>
                      <a:r>
                        <a:rPr lang="es-PE" sz="1200" dirty="0"/>
                        <a:t> nombre = 'Juan </a:t>
                      </a:r>
                      <a:r>
                        <a:rPr lang="es-PE" sz="1200" dirty="0" err="1"/>
                        <a:t>Chavez</a:t>
                      </a:r>
                      <a:r>
                        <a:rPr lang="es-PE" sz="1200" dirty="0"/>
                        <a:t>';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6605">
                <a:tc>
                  <a:txBody>
                    <a:bodyPr/>
                    <a:lstStyle/>
                    <a:p>
                      <a:r>
                        <a:rPr lang="es-PE" sz="1200" dirty="0" err="1"/>
                        <a:t>Arrays</a:t>
                      </a:r>
                      <a:endParaRPr lang="es-PE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PE" sz="1200" dirty="0"/>
                        <a:t>Se utilizan</a:t>
                      </a:r>
                      <a:r>
                        <a:rPr lang="es-PE" sz="1200" baseline="0" dirty="0"/>
                        <a:t> cuando se desea almacenar </a:t>
                      </a:r>
                      <a:r>
                        <a:rPr lang="es-PE" sz="1200" dirty="0"/>
                        <a:t>una colección de variables, que pueden ser todas del mismo tipo o cada una de un tipo diferente.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PE" sz="1200" dirty="0" err="1"/>
                        <a:t>var</a:t>
                      </a:r>
                      <a:r>
                        <a:rPr lang="es-PE" sz="1200" dirty="0"/>
                        <a:t> </a:t>
                      </a:r>
                      <a:r>
                        <a:rPr lang="es-PE" sz="1200" dirty="0" err="1"/>
                        <a:t>dias</a:t>
                      </a:r>
                      <a:r>
                        <a:rPr lang="es-PE" sz="1200" dirty="0"/>
                        <a:t> = ["Lunes", "Martes", "Miércoles", "Jueves", "Viernes", "Sábado", "Domingo"];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6605">
                <a:tc>
                  <a:txBody>
                    <a:bodyPr/>
                    <a:lstStyle/>
                    <a:p>
                      <a:r>
                        <a:rPr lang="es-PE" sz="1200" dirty="0"/>
                        <a:t>Booleanos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PE" sz="1200" dirty="0"/>
                        <a:t>Se utilizan para almacenar un tipo especial de valor que solamente puede tomar dos valores: true (verdadero) o false (falso).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PE" sz="1200" dirty="0" err="1"/>
                        <a:t>var</a:t>
                      </a:r>
                      <a:r>
                        <a:rPr lang="es-PE" sz="1200" dirty="0"/>
                        <a:t> </a:t>
                      </a:r>
                      <a:r>
                        <a:rPr lang="es-PE" sz="1200" dirty="0" err="1"/>
                        <a:t>procesoTerminado</a:t>
                      </a:r>
                      <a:r>
                        <a:rPr lang="es-PE" sz="1200" dirty="0"/>
                        <a:t>=false;</a:t>
                      </a:r>
                    </a:p>
                    <a:p>
                      <a:r>
                        <a:rPr lang="es-PE" sz="1200" dirty="0" err="1"/>
                        <a:t>var</a:t>
                      </a:r>
                      <a:r>
                        <a:rPr lang="es-PE" sz="1200" dirty="0"/>
                        <a:t> </a:t>
                      </a:r>
                      <a:r>
                        <a:rPr lang="es-PE" sz="1200" dirty="0" err="1"/>
                        <a:t>igvIncluido</a:t>
                      </a:r>
                      <a:r>
                        <a:rPr lang="es-PE" sz="1200" dirty="0"/>
                        <a:t>=true;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6605">
                <a:tc>
                  <a:txBody>
                    <a:bodyPr/>
                    <a:lstStyle/>
                    <a:p>
                      <a:r>
                        <a:rPr lang="en-US" sz="1200" dirty="0" err="1"/>
                        <a:t>Fecha</a:t>
                      </a:r>
                      <a:endParaRPr lang="es-PE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PE" sz="1200" kern="1200" dirty="0">
                          <a:effectLst/>
                        </a:rPr>
                        <a:t>Para trabajar con fechas en </a:t>
                      </a:r>
                      <a:r>
                        <a:rPr lang="es-PE" sz="1200" kern="1200" dirty="0" smtClean="0">
                          <a:effectLst/>
                        </a:rPr>
                        <a:t>JavaScript </a:t>
                      </a:r>
                      <a:r>
                        <a:rPr lang="es-PE" sz="1200" kern="1200" dirty="0">
                          <a:effectLst/>
                        </a:rPr>
                        <a:t>se utiliza la clase </a:t>
                      </a:r>
                      <a:r>
                        <a:rPr lang="es-PE" sz="1200" kern="1200" dirty="0" smtClean="0">
                          <a:effectLst/>
                        </a:rPr>
                        <a:t>Date.</a:t>
                      </a:r>
                      <a:endParaRPr lang="es-PE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PE" sz="1200" dirty="0" err="1">
                          <a:effectLst/>
                        </a:rPr>
                        <a:t>miFecha</a:t>
                      </a:r>
                      <a:r>
                        <a:rPr lang="es-PE" sz="1200" dirty="0">
                          <a:effectLst/>
                        </a:rPr>
                        <a:t> = new Date() //Permite obtener la fecha y hora actual</a:t>
                      </a:r>
                      <a:endParaRPr lang="es-PE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874786914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03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JavaScript</a:t>
            </a:r>
            <a:endParaRPr lang="es-PE" altLang="es-PE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09600" y="1447800"/>
            <a:ext cx="7918450" cy="770467"/>
          </a:xfrm>
        </p:spPr>
        <p:txBody>
          <a:bodyPr/>
          <a:lstStyle/>
          <a:p>
            <a:pPr marL="350838" indent="-342900" algn="just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s-PE" kern="1200" dirty="0">
                <a:latin typeface="+mn-lt"/>
              </a:rPr>
              <a:t>Operadores</a:t>
            </a:r>
          </a:p>
          <a:p>
            <a:pPr marL="0" indent="0">
              <a:buNone/>
            </a:pPr>
            <a:endParaRPr lang="es-PE" dirty="0"/>
          </a:p>
        </p:txBody>
      </p:sp>
      <p:graphicFrame>
        <p:nvGraphicFramePr>
          <p:cNvPr id="5" name="Tab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4945808"/>
              </p:ext>
            </p:extLst>
          </p:nvPr>
        </p:nvGraphicFramePr>
        <p:xfrm>
          <a:off x="1219200" y="2218267"/>
          <a:ext cx="6720408" cy="328182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016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4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3351">
                <a:tc>
                  <a:txBody>
                    <a:bodyPr/>
                    <a:lstStyle/>
                    <a:p>
                      <a:pPr algn="ctr"/>
                      <a:r>
                        <a:rPr lang="es-PE" sz="1200" dirty="0"/>
                        <a:t>OPERADOR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200" dirty="0"/>
                        <a:t>DESCRIPCIÓN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752">
                <a:tc>
                  <a:txBody>
                    <a:bodyPr/>
                    <a:lstStyle/>
                    <a:p>
                      <a:r>
                        <a:rPr lang="es-PE" sz="1200" dirty="0"/>
                        <a:t>Igual (==)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PE" sz="1200" dirty="0"/>
                        <a:t>Devuelve true si valor</a:t>
                      </a:r>
                      <a:r>
                        <a:rPr lang="es-PE" sz="1200" baseline="0" dirty="0"/>
                        <a:t> de </a:t>
                      </a:r>
                      <a:r>
                        <a:rPr lang="es-PE" sz="1200" dirty="0"/>
                        <a:t>las variables son iguales.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456">
                <a:tc>
                  <a:txBody>
                    <a:bodyPr/>
                    <a:lstStyle/>
                    <a:p>
                      <a:r>
                        <a:rPr lang="es-PE" sz="1200" dirty="0"/>
                        <a:t>Distinto (!=)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PE" sz="1200" dirty="0"/>
                        <a:t>Devuelve true si el valor</a:t>
                      </a:r>
                      <a:r>
                        <a:rPr lang="es-PE" sz="1200" baseline="0" dirty="0"/>
                        <a:t> de las</a:t>
                      </a:r>
                      <a:r>
                        <a:rPr lang="es-PE" sz="1200" dirty="0"/>
                        <a:t> variables no son iguales.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68">
                <a:tc>
                  <a:txBody>
                    <a:bodyPr/>
                    <a:lstStyle/>
                    <a:p>
                      <a:r>
                        <a:rPr lang="es-PE" sz="1200" dirty="0"/>
                        <a:t>Igual estricto (===)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PE" sz="1200" dirty="0"/>
                        <a:t>Devuelve true si las variables son iguales en valor y tipo.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685">
                <a:tc>
                  <a:txBody>
                    <a:bodyPr/>
                    <a:lstStyle/>
                    <a:p>
                      <a:r>
                        <a:rPr lang="es-PE" sz="1200" dirty="0"/>
                        <a:t>Distinto estricto (!==)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PE" sz="1200" dirty="0"/>
                        <a:t>Devuelve true si las variables no son iguales en valor y tipo.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5523">
                <a:tc>
                  <a:txBody>
                    <a:bodyPr/>
                    <a:lstStyle/>
                    <a:p>
                      <a:r>
                        <a:rPr lang="es-PE" sz="1200" dirty="0"/>
                        <a:t>Mayor que (&gt;)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PE" sz="1200" dirty="0"/>
                        <a:t>Devuelve true si la variable izquierda es mayor que la derecha.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5523">
                <a:tc>
                  <a:txBody>
                    <a:bodyPr/>
                    <a:lstStyle/>
                    <a:p>
                      <a:r>
                        <a:rPr lang="es-PE" sz="1200" dirty="0"/>
                        <a:t>Mayor o igual que (&gt;=)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PE" sz="1200" dirty="0"/>
                        <a:t>Devuelve true si la variable izquierda es mayor o igual que la derecha.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5523">
                <a:tc>
                  <a:txBody>
                    <a:bodyPr/>
                    <a:lstStyle/>
                    <a:p>
                      <a:r>
                        <a:rPr lang="es-PE" sz="1200" dirty="0"/>
                        <a:t>Menor que (&lt;)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PE" sz="1200" dirty="0"/>
                        <a:t>Devuelve true si la variable izquierda es menor que la derecha.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5523">
                <a:tc>
                  <a:txBody>
                    <a:bodyPr/>
                    <a:lstStyle/>
                    <a:p>
                      <a:r>
                        <a:rPr lang="es-PE" sz="1200" dirty="0"/>
                        <a:t>Menor o igual que (&lt;=)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PE" sz="1200" dirty="0"/>
                        <a:t>Devuelve true si la variable izquierda</a:t>
                      </a:r>
                      <a:r>
                        <a:rPr lang="es-PE" sz="1200" baseline="0" dirty="0"/>
                        <a:t> </a:t>
                      </a:r>
                      <a:r>
                        <a:rPr lang="es-PE" sz="1200" dirty="0"/>
                        <a:t>es menor o igual que la derecha.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659234755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03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JavaScript</a:t>
            </a:r>
            <a:endParaRPr lang="es-PE" altLang="es-PE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09600" y="1447800"/>
            <a:ext cx="7918450" cy="770467"/>
          </a:xfrm>
          <a:ln>
            <a:noFill/>
          </a:ln>
        </p:spPr>
        <p:txBody>
          <a:bodyPr/>
          <a:lstStyle/>
          <a:p>
            <a:pPr marL="350838" indent="-342900" algn="just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s-PE" kern="1200" dirty="0">
                <a:latin typeface="+mn-lt"/>
              </a:rPr>
              <a:t>Instrucciones de control - Condicionales</a:t>
            </a:r>
          </a:p>
          <a:p>
            <a:pPr marL="0" indent="0">
              <a:buNone/>
            </a:pPr>
            <a:endParaRPr lang="es-PE" dirty="0">
              <a:ln>
                <a:solidFill>
                  <a:schemeClr val="accent1"/>
                </a:solidFill>
              </a:ln>
            </a:endParaRPr>
          </a:p>
        </p:txBody>
      </p:sp>
      <p:graphicFrame>
        <p:nvGraphicFramePr>
          <p:cNvPr id="5" name="Tab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4232097"/>
              </p:ext>
            </p:extLst>
          </p:nvPr>
        </p:nvGraphicFramePr>
        <p:xfrm>
          <a:off x="1066800" y="2218267"/>
          <a:ext cx="7272808" cy="35407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023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02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0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PE" sz="1400" dirty="0"/>
                        <a:t>TIPO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400" dirty="0"/>
                        <a:t>DESCRIPCIÓN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400" dirty="0"/>
                        <a:t>EJEMPLO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PE" sz="1400" dirty="0" err="1"/>
                        <a:t>If</a:t>
                      </a:r>
                      <a:r>
                        <a:rPr lang="es-PE" sz="1400" dirty="0"/>
                        <a:t> …</a:t>
                      </a:r>
                    </a:p>
                    <a:p>
                      <a:r>
                        <a:rPr lang="es-PE" sz="1400" dirty="0" err="1"/>
                        <a:t>else</a:t>
                      </a:r>
                      <a:r>
                        <a:rPr lang="es-PE" sz="1400" dirty="0"/>
                        <a:t> 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PE" sz="1400" dirty="0"/>
                        <a:t>Utilice la sentencia </a:t>
                      </a:r>
                      <a:r>
                        <a:rPr lang="es-PE" sz="1400" dirty="0" err="1"/>
                        <a:t>if</a:t>
                      </a:r>
                      <a:r>
                        <a:rPr lang="es-PE" sz="1400" dirty="0"/>
                        <a:t> para ejecutar una </a:t>
                      </a:r>
                      <a:r>
                        <a:rPr lang="es-PE" sz="1400" dirty="0" smtClean="0"/>
                        <a:t>sentencia, </a:t>
                      </a:r>
                      <a:r>
                        <a:rPr lang="es-PE" sz="1400" dirty="0"/>
                        <a:t>si la condición lógica es verdadera. Utilice la cláusula opcional </a:t>
                      </a:r>
                      <a:r>
                        <a:rPr lang="es-PE" sz="1400" dirty="0" err="1"/>
                        <a:t>else</a:t>
                      </a:r>
                      <a:r>
                        <a:rPr lang="es-PE" sz="1400" dirty="0"/>
                        <a:t> para ejecutar una </a:t>
                      </a:r>
                      <a:r>
                        <a:rPr lang="es-PE" sz="1400" dirty="0" smtClean="0"/>
                        <a:t>sentencia, </a:t>
                      </a:r>
                      <a:r>
                        <a:rPr lang="es-PE" sz="1400" dirty="0"/>
                        <a:t>si la condición es falsa.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PE" sz="1400" dirty="0" err="1"/>
                        <a:t>if</a:t>
                      </a:r>
                      <a:r>
                        <a:rPr lang="es-PE" sz="1400" dirty="0"/>
                        <a:t>(edad &gt;= 18) {</a:t>
                      </a:r>
                    </a:p>
                    <a:p>
                      <a:r>
                        <a:rPr lang="es-PE" sz="1400" dirty="0"/>
                        <a:t>  </a:t>
                      </a:r>
                      <a:r>
                        <a:rPr lang="es-PE" sz="1400" dirty="0" err="1"/>
                        <a:t>alert</a:t>
                      </a:r>
                      <a:r>
                        <a:rPr lang="es-PE" sz="1400" dirty="0"/>
                        <a:t>("Mayor de edad");</a:t>
                      </a:r>
                    </a:p>
                    <a:p>
                      <a:r>
                        <a:rPr lang="es-PE" sz="1400" dirty="0"/>
                        <a:t>}</a:t>
                      </a:r>
                    </a:p>
                    <a:p>
                      <a:r>
                        <a:rPr lang="es-PE" sz="1400" dirty="0" err="1"/>
                        <a:t>else</a:t>
                      </a:r>
                      <a:r>
                        <a:rPr lang="es-PE" sz="1400" dirty="0"/>
                        <a:t> {</a:t>
                      </a:r>
                    </a:p>
                    <a:p>
                      <a:r>
                        <a:rPr lang="es-PE" sz="1400" dirty="0"/>
                        <a:t>  </a:t>
                      </a:r>
                      <a:r>
                        <a:rPr lang="es-PE" sz="1400" dirty="0" err="1"/>
                        <a:t>alert</a:t>
                      </a:r>
                      <a:r>
                        <a:rPr lang="es-PE" sz="1400" dirty="0"/>
                        <a:t>("Menor de edad");</a:t>
                      </a:r>
                    </a:p>
                    <a:p>
                      <a:r>
                        <a:rPr lang="es-PE" sz="1400" dirty="0"/>
                        <a:t>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PE" sz="1400" dirty="0" err="1"/>
                        <a:t>switch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PE" sz="1400" dirty="0"/>
                        <a:t>Permite evaluar una expresión e intenta compararla con el valor de la etiqueta de una expresión por casos. Si la coincidencia es encontrada, ejecuta la sentencia asociada.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PE" sz="1400" dirty="0" err="1"/>
                        <a:t>switch</a:t>
                      </a:r>
                      <a:r>
                        <a:rPr lang="es-PE" sz="1400" dirty="0"/>
                        <a:t> (var1) {</a:t>
                      </a:r>
                    </a:p>
                    <a:p>
                      <a:r>
                        <a:rPr lang="es-PE" sz="1400" dirty="0"/>
                        <a:t>   case 1:</a:t>
                      </a:r>
                    </a:p>
                    <a:p>
                      <a:r>
                        <a:rPr lang="es-PE" sz="1400" dirty="0"/>
                        <a:t>      var2=10;break;</a:t>
                      </a:r>
                    </a:p>
                    <a:p>
                      <a:r>
                        <a:rPr lang="es-PE" sz="1400" dirty="0"/>
                        <a:t>   case 2:</a:t>
                      </a:r>
                    </a:p>
                    <a:p>
                      <a:r>
                        <a:rPr lang="es-PE" sz="1400" dirty="0"/>
                        <a:t>      var2=20;break;</a:t>
                      </a:r>
                    </a:p>
                    <a:p>
                      <a:r>
                        <a:rPr lang="es-PE" sz="1400" dirty="0"/>
                        <a:t>   default:</a:t>
                      </a:r>
                    </a:p>
                    <a:p>
                      <a:r>
                        <a:rPr lang="es-PE" sz="1400" dirty="0"/>
                        <a:t>      </a:t>
                      </a:r>
                      <a:r>
                        <a:rPr lang="es-PE" sz="1400" dirty="0" err="1"/>
                        <a:t>var</a:t>
                      </a:r>
                      <a:r>
                        <a:rPr lang="es-PE" sz="1400" dirty="0"/>
                        <a:t>=0;break;</a:t>
                      </a:r>
                    </a:p>
                    <a:p>
                      <a:r>
                        <a:rPr lang="es-PE" sz="1400" dirty="0"/>
                        <a:t>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387006317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03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JavaScript</a:t>
            </a:r>
            <a:br>
              <a:rPr lang="es-PE" dirty="0"/>
            </a:br>
            <a:r>
              <a:rPr lang="es-PE" sz="2000" dirty="0"/>
              <a:t/>
            </a:r>
            <a:br>
              <a:rPr lang="es-PE" sz="2000" dirty="0"/>
            </a:br>
            <a:r>
              <a:rPr lang="es-PE" sz="2000" kern="1200" dirty="0"/>
              <a:t>Creación de objetos</a:t>
            </a:r>
            <a:br>
              <a:rPr lang="es-PE" sz="2000" kern="1200" dirty="0"/>
            </a:br>
            <a:endParaRPr lang="es-PE" altLang="es-PE" sz="2000" dirty="0"/>
          </a:p>
        </p:txBody>
      </p:sp>
      <p:sp>
        <p:nvSpPr>
          <p:cNvPr id="5" name="Marcador de contenido 4"/>
          <p:cNvSpPr>
            <a:spLocks noGrp="1"/>
          </p:cNvSpPr>
          <p:nvPr>
            <p:ph idx="1"/>
          </p:nvPr>
        </p:nvSpPr>
        <p:spPr>
          <a:xfrm>
            <a:off x="609600" y="1447800"/>
            <a:ext cx="7918450" cy="4777718"/>
          </a:xfrm>
        </p:spPr>
        <p:txBody>
          <a:bodyPr/>
          <a:lstStyle/>
          <a:p>
            <a:pPr marL="360363"/>
            <a:endParaRPr lang="es-PE" sz="2000" dirty="0">
              <a:latin typeface="+mn-lt"/>
            </a:endParaRPr>
          </a:p>
          <a:p>
            <a:pPr marL="360363" algn="just"/>
            <a:r>
              <a:rPr lang="es-PE" sz="2000" dirty="0">
                <a:latin typeface="+mn-lt"/>
              </a:rPr>
              <a:t>Los objetos en JavaScript, al igual que en muchos otros lenguajes de programación, pueden ser comparados con objetos de la vida real. El concepto de </a:t>
            </a:r>
            <a:r>
              <a:rPr lang="es-PE" sz="2000" dirty="0" smtClean="0">
                <a:latin typeface="+mn-lt"/>
              </a:rPr>
              <a:t>objetos </a:t>
            </a:r>
            <a:r>
              <a:rPr lang="es-PE" sz="2000" dirty="0">
                <a:latin typeface="+mn-lt"/>
              </a:rPr>
              <a:t>en JavaScript se puede entender como en la vida real, objetos tangibles.</a:t>
            </a:r>
          </a:p>
          <a:p>
            <a:pPr marL="360363"/>
            <a:endParaRPr lang="es-PE" sz="2000" dirty="0">
              <a:latin typeface="+mn-lt"/>
            </a:endParaRPr>
          </a:p>
          <a:p>
            <a:pPr marL="360363"/>
            <a:r>
              <a:rPr lang="es-PE" sz="2000" b="1" dirty="0">
                <a:latin typeface="+mn-lt"/>
              </a:rPr>
              <a:t>Objetos y </a:t>
            </a:r>
            <a:r>
              <a:rPr lang="es-PE" sz="2000" b="1" dirty="0">
                <a:latin typeface="+mn-lt"/>
                <a:cs typeface="Arial" panose="020B0604020202020204" pitchFamily="34" charset="0"/>
              </a:rPr>
              <a:t>propiedades</a:t>
            </a:r>
          </a:p>
          <a:p>
            <a:pPr marL="360363" algn="just"/>
            <a:r>
              <a:rPr lang="es-PE" sz="2000" dirty="0">
                <a:latin typeface="+mn-lt"/>
              </a:rPr>
              <a:t>Una propiedad de un objeto puede ser explicada como una variable que se adjunta al objeto.</a:t>
            </a:r>
          </a:p>
          <a:p>
            <a:endParaRPr lang="es-PE" sz="2400" u="sng" dirty="0">
              <a:cs typeface="Arial" panose="020B0604020202020204" pitchFamily="34" charset="0"/>
            </a:endParaRPr>
          </a:p>
          <a:p>
            <a:endParaRPr lang="es-PE" sz="2400" dirty="0"/>
          </a:p>
          <a:p>
            <a:endParaRPr lang="es-PE" sz="2400" b="1" dirty="0"/>
          </a:p>
          <a:p>
            <a:endParaRPr lang="es-PE" dirty="0"/>
          </a:p>
        </p:txBody>
      </p:sp>
      <p:pic>
        <p:nvPicPr>
          <p:cNvPr id="6" name="Picture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4800600"/>
            <a:ext cx="3526915" cy="116874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0581" y="4970633"/>
            <a:ext cx="2686050" cy="8286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12738694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03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JavaScript</a:t>
            </a:r>
            <a:br>
              <a:rPr lang="es-PE" dirty="0"/>
            </a:br>
            <a:r>
              <a:rPr lang="es-PE" sz="2000" dirty="0"/>
              <a:t/>
            </a:r>
            <a:br>
              <a:rPr lang="es-PE" sz="2000" dirty="0"/>
            </a:br>
            <a:r>
              <a:rPr lang="es-PE" sz="2000" kern="1200" dirty="0"/>
              <a:t>Creación de objetos</a:t>
            </a:r>
            <a:br>
              <a:rPr lang="es-PE" sz="2000" kern="1200" dirty="0"/>
            </a:br>
            <a:endParaRPr lang="es-PE" altLang="es-PE" sz="2000" dirty="0"/>
          </a:p>
        </p:txBody>
      </p:sp>
      <p:sp>
        <p:nvSpPr>
          <p:cNvPr id="4" name="Marcador de contenido 3"/>
          <p:cNvSpPr>
            <a:spLocks noGrp="1"/>
          </p:cNvSpPr>
          <p:nvPr>
            <p:ph idx="1"/>
          </p:nvPr>
        </p:nvSpPr>
        <p:spPr>
          <a:xfrm>
            <a:off x="609600" y="1447800"/>
            <a:ext cx="7918450" cy="4519186"/>
          </a:xfrm>
        </p:spPr>
        <p:txBody>
          <a:bodyPr/>
          <a:lstStyle/>
          <a:p>
            <a:pPr marL="360363"/>
            <a:endParaRPr lang="es-PE" sz="2000" b="1" dirty="0">
              <a:latin typeface="+mn-lt"/>
            </a:endParaRPr>
          </a:p>
          <a:p>
            <a:pPr marL="350838" indent="-342900" algn="just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s-PE" sz="2000" kern="1200" dirty="0">
                <a:latin typeface="+mn-lt"/>
              </a:rPr>
              <a:t>El uso de inicializadores de objeto</a:t>
            </a:r>
          </a:p>
          <a:p>
            <a:pPr marL="360363"/>
            <a:endParaRPr lang="es-PE" sz="2000" u="sng" dirty="0">
              <a:latin typeface="+mn-lt"/>
              <a:cs typeface="Arial" panose="020B0604020202020204" pitchFamily="34" charset="0"/>
            </a:endParaRPr>
          </a:p>
          <a:p>
            <a:pPr marL="360363"/>
            <a:endParaRPr lang="es-PE" sz="2000" u="sng" dirty="0">
              <a:latin typeface="+mn-lt"/>
              <a:cs typeface="Arial" panose="020B0604020202020204" pitchFamily="34" charset="0"/>
            </a:endParaRPr>
          </a:p>
          <a:p>
            <a:pPr marL="360363"/>
            <a:endParaRPr lang="es-PE" sz="2000" u="sng" dirty="0">
              <a:latin typeface="+mn-lt"/>
              <a:cs typeface="Arial" panose="020B0604020202020204" pitchFamily="34" charset="0"/>
            </a:endParaRPr>
          </a:p>
          <a:p>
            <a:pPr marL="350838" indent="-342900" algn="just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s-PE" sz="2000" kern="1200" dirty="0">
                <a:latin typeface="+mn-lt"/>
              </a:rPr>
              <a:t>Definiendo los métodos</a:t>
            </a:r>
          </a:p>
          <a:p>
            <a:pPr marL="360363"/>
            <a:r>
              <a:rPr lang="es-PE" sz="2000" dirty="0">
                <a:latin typeface="+mn-lt"/>
              </a:rPr>
              <a:t>Un método es una función asociada a un objeto, o, simplemente, </a:t>
            </a:r>
            <a:r>
              <a:rPr lang="es-PE" sz="2000" dirty="0" smtClean="0">
                <a:latin typeface="+mn-lt"/>
              </a:rPr>
              <a:t>es </a:t>
            </a:r>
            <a:r>
              <a:rPr lang="es-PE" sz="2000" dirty="0">
                <a:latin typeface="+mn-lt"/>
              </a:rPr>
              <a:t>una propiedad de un objeto que es una </a:t>
            </a:r>
            <a:r>
              <a:rPr lang="es-PE" sz="2000" dirty="0" smtClean="0">
                <a:latin typeface="+mn-lt"/>
              </a:rPr>
              <a:t>función.</a:t>
            </a:r>
            <a:endParaRPr lang="es-PE" sz="2000" dirty="0">
              <a:latin typeface="+mn-lt"/>
            </a:endParaRPr>
          </a:p>
          <a:p>
            <a:pPr marL="360363"/>
            <a:endParaRPr lang="es-PE" sz="2000" u="sng" dirty="0">
              <a:latin typeface="+mn-lt"/>
              <a:cs typeface="Arial" panose="020B0604020202020204" pitchFamily="34" charset="0"/>
            </a:endParaRPr>
          </a:p>
          <a:p>
            <a:endParaRPr lang="es-PE" sz="2400" u="sng" dirty="0">
              <a:latin typeface="+mn-lt"/>
              <a:cs typeface="Arial" panose="020B0604020202020204" pitchFamily="34" charset="0"/>
            </a:endParaRPr>
          </a:p>
          <a:p>
            <a:endParaRPr lang="es-PE" sz="2400" b="1" dirty="0">
              <a:latin typeface="+mn-lt"/>
            </a:endParaRPr>
          </a:p>
          <a:p>
            <a:endParaRPr lang="es-PE" dirty="0">
              <a:latin typeface="+mn-lt"/>
            </a:endParaRPr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29375"/>
              </p:ext>
            </p:extLst>
          </p:nvPr>
        </p:nvGraphicFramePr>
        <p:xfrm>
          <a:off x="1295400" y="2362200"/>
          <a:ext cx="6248400" cy="470853"/>
        </p:xfrm>
        <a:graphic>
          <a:graphicData uri="http://schemas.openxmlformats.org/drawingml/2006/table">
            <a:tbl>
              <a:tblPr firstRow="1" firstCol="1" bandRow="1">
                <a:tableStyleId>{5DA37D80-6434-44D0-A028-1B22A696006F}</a:tableStyleId>
              </a:tblPr>
              <a:tblGrid>
                <a:gridCol w="624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400" dirty="0" err="1">
                          <a:effectLst/>
                        </a:rPr>
                        <a:t>var</a:t>
                      </a:r>
                      <a:r>
                        <a:rPr lang="es-PE" sz="1400" dirty="0">
                          <a:effectLst/>
                        </a:rPr>
                        <a:t> </a:t>
                      </a:r>
                      <a:r>
                        <a:rPr lang="es-PE" sz="1400" dirty="0" err="1">
                          <a:effectLst/>
                        </a:rPr>
                        <a:t>miHonda</a:t>
                      </a:r>
                      <a:r>
                        <a:rPr lang="es-PE" sz="1400" dirty="0">
                          <a:effectLst/>
                        </a:rPr>
                        <a:t> = {color: "rojo", ruedas: 4, motor: {cilindros: 4, </a:t>
                      </a:r>
                      <a:r>
                        <a:rPr lang="es-PE" sz="1400" dirty="0" err="1" smtClean="0">
                          <a:effectLst/>
                        </a:rPr>
                        <a:t>tamano</a:t>
                      </a:r>
                      <a:r>
                        <a:rPr lang="es-PE" sz="1400" dirty="0">
                          <a:effectLst/>
                        </a:rPr>
                        <a:t>: 2.2}};</a:t>
                      </a:r>
                      <a:endParaRPr lang="es-PE" sz="14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8" name="Picture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4572000"/>
            <a:ext cx="4419600" cy="14192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6425" y="5076825"/>
            <a:ext cx="2695575" cy="3333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31683791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03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JavaScript</a:t>
            </a:r>
            <a:br>
              <a:rPr lang="es-PE" dirty="0"/>
            </a:br>
            <a:r>
              <a:rPr lang="es-PE" sz="2000" dirty="0"/>
              <a:t/>
            </a:r>
            <a:br>
              <a:rPr lang="es-PE" sz="2000" dirty="0"/>
            </a:br>
            <a:r>
              <a:rPr lang="es-PE" sz="2000" kern="1200" dirty="0"/>
              <a:t>Creación de objetos</a:t>
            </a:r>
            <a:br>
              <a:rPr lang="es-PE" sz="2000" kern="1200" dirty="0"/>
            </a:br>
            <a:endParaRPr lang="es-PE" altLang="es-PE" sz="2000" dirty="0"/>
          </a:p>
        </p:txBody>
      </p:sp>
      <p:sp>
        <p:nvSpPr>
          <p:cNvPr id="2" name="Marcador de contenido 1"/>
          <p:cNvSpPr>
            <a:spLocks noGrp="1"/>
          </p:cNvSpPr>
          <p:nvPr>
            <p:ph idx="1"/>
          </p:nvPr>
        </p:nvSpPr>
        <p:spPr>
          <a:xfrm>
            <a:off x="609600" y="1447800"/>
            <a:ext cx="7918450" cy="1139799"/>
          </a:xfrm>
        </p:spPr>
        <p:txBody>
          <a:bodyPr/>
          <a:lstStyle/>
          <a:p>
            <a:endParaRPr lang="es-PE" dirty="0"/>
          </a:p>
          <a:p>
            <a:pPr marL="350838" indent="-342900" algn="just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s-PE" sz="2000" kern="1200" dirty="0">
                <a:latin typeface="+mn-lt"/>
              </a:rPr>
              <a:t>Eliminando propiedades</a:t>
            </a:r>
          </a:p>
          <a:p>
            <a:endParaRPr lang="es-PE" dirty="0"/>
          </a:p>
        </p:txBody>
      </p:sp>
      <p:pic>
        <p:nvPicPr>
          <p:cNvPr id="5" name="Picture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249" y="2587599"/>
            <a:ext cx="6395151" cy="2148371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11740896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graphical representation of an event dispatched in a DOM tree using the DOM event flow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1797" y="1295400"/>
            <a:ext cx="3839803" cy="4479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2" name="Rectangle 103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JavaScript</a:t>
            </a:r>
            <a:endParaRPr lang="es-PE" altLang="es-PE" dirty="0"/>
          </a:p>
        </p:txBody>
      </p:sp>
      <p:sp>
        <p:nvSpPr>
          <p:cNvPr id="6" name="Marcador de contenido 1"/>
          <p:cNvSpPr txBox="1">
            <a:spLocks/>
          </p:cNvSpPr>
          <p:nvPr/>
        </p:nvSpPr>
        <p:spPr bwMode="gray">
          <a:xfrm>
            <a:off x="609600" y="1447800"/>
            <a:ext cx="4648200" cy="3177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700" tIns="12700" rIns="12700" bIns="12700" numCol="1" anchor="t" anchorCtr="0" compatLnSpc="1">
            <a:prstTxWarp prst="textNoShape">
              <a:avLst/>
            </a:prstTxWarp>
            <a:spAutoFit/>
          </a:bodyPr>
          <a:lstStyle>
            <a:lvl1pPr marL="7938" indent="7938" algn="l" defTabSz="2286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2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1pPr>
            <a:lvl2pPr marL="574675" indent="-460375" algn="l" defTabSz="2286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charset="0"/>
              <a:buChar char="•"/>
              <a:defRPr sz="2200">
                <a:solidFill>
                  <a:schemeClr val="tx1"/>
                </a:solidFill>
                <a:latin typeface="+mn-lt"/>
              </a:defRPr>
            </a:lvl2pPr>
            <a:lvl3pPr marL="1020763" indent="-331788" algn="l" defTabSz="2286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charset="0"/>
              <a:buChar char="–"/>
              <a:defRPr sz="2000">
                <a:solidFill>
                  <a:schemeClr val="tx1"/>
                </a:solidFill>
                <a:latin typeface="+mn-lt"/>
              </a:defRPr>
            </a:lvl3pPr>
            <a:lvl4pPr marL="1366838" indent="-231775" algn="l" defTabSz="2286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45000"/>
              <a:buFont typeface="Arial" charset="0"/>
              <a:buChar char="—"/>
              <a:defRPr>
                <a:solidFill>
                  <a:schemeClr val="tx1"/>
                </a:solidFill>
                <a:latin typeface="+mn-lt"/>
              </a:defRPr>
            </a:lvl4pPr>
            <a:lvl5pPr marL="1711325" indent="-230188" algn="l" defTabSz="2286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Arial" charset="0"/>
              <a:buChar char="—"/>
              <a:defRPr sz="1600">
                <a:solidFill>
                  <a:schemeClr val="tx1"/>
                </a:solidFill>
                <a:latin typeface="+mn-lt"/>
              </a:defRPr>
            </a:lvl5pPr>
            <a:lvl6pPr marL="2168525" indent="-230188" algn="l" defTabSz="2286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Arial" pitchFamily="34" charset="0"/>
              <a:buChar char="—"/>
              <a:defRPr sz="1600">
                <a:solidFill>
                  <a:schemeClr val="tx1"/>
                </a:solidFill>
                <a:latin typeface="+mn-lt"/>
              </a:defRPr>
            </a:lvl6pPr>
            <a:lvl7pPr marL="2625725" indent="-230188" algn="l" defTabSz="2286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Arial" pitchFamily="34" charset="0"/>
              <a:buChar char="—"/>
              <a:defRPr sz="1600">
                <a:solidFill>
                  <a:schemeClr val="tx1"/>
                </a:solidFill>
                <a:latin typeface="+mn-lt"/>
              </a:defRPr>
            </a:lvl7pPr>
            <a:lvl8pPr marL="3082925" indent="-230188" algn="l" defTabSz="2286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Arial" pitchFamily="34" charset="0"/>
              <a:buChar char="—"/>
              <a:defRPr sz="1600">
                <a:solidFill>
                  <a:schemeClr val="tx1"/>
                </a:solidFill>
                <a:latin typeface="+mn-lt"/>
              </a:defRPr>
            </a:lvl8pPr>
            <a:lvl9pPr marL="3540125" indent="-230188" algn="l" defTabSz="2286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Arial" pitchFamily="34" charset="0"/>
              <a:buChar char="—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350838" indent="-342900" algn="just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s-PE" sz="2000" dirty="0" err="1">
                <a:latin typeface="+mn-lt"/>
              </a:rPr>
              <a:t>Document</a:t>
            </a:r>
            <a:r>
              <a:rPr lang="es-PE" sz="2000" dirty="0">
                <a:latin typeface="+mn-lt"/>
              </a:rPr>
              <a:t> Object </a:t>
            </a:r>
            <a:r>
              <a:rPr lang="es-PE" sz="2000" dirty="0" err="1">
                <a:latin typeface="+mn-lt"/>
              </a:rPr>
              <a:t>Model</a:t>
            </a:r>
            <a:r>
              <a:rPr lang="es-PE" sz="2000" dirty="0">
                <a:latin typeface="+mn-lt"/>
              </a:rPr>
              <a:t> (DOM)</a:t>
            </a:r>
          </a:p>
          <a:p>
            <a:pPr marL="350838" indent="-342900" algn="just"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es-PE" sz="2000" dirty="0">
              <a:latin typeface="+mn-lt"/>
            </a:endParaRPr>
          </a:p>
          <a:p>
            <a:pPr marL="722313" indent="-361950" algn="just" defTabSz="180975">
              <a:buClr>
                <a:srgbClr val="FF0000"/>
              </a:buClr>
              <a:buFont typeface="Symbol" panose="05050102010706020507" pitchFamily="18" charset="2"/>
              <a:buChar char="-"/>
              <a:tabLst>
                <a:tab pos="722313" algn="l"/>
              </a:tabLst>
            </a:pPr>
            <a:r>
              <a:rPr lang="es-PE" sz="1800" dirty="0">
                <a:latin typeface="+mn-lt"/>
              </a:rPr>
              <a:t>Permite acceder y modificar el contenido, estructura y estilo de los documentos HTML.</a:t>
            </a:r>
          </a:p>
          <a:p>
            <a:pPr marL="722313" indent="-361950" algn="just" defTabSz="180975">
              <a:buClr>
                <a:srgbClr val="FF0000"/>
              </a:buClr>
              <a:buFont typeface="Symbol" panose="05050102010706020507" pitchFamily="18" charset="2"/>
              <a:buChar char="-"/>
              <a:tabLst>
                <a:tab pos="722313" algn="l"/>
              </a:tabLst>
            </a:pPr>
            <a:r>
              <a:rPr lang="es-PE" sz="1800" dirty="0">
                <a:latin typeface="+mn-lt"/>
              </a:rPr>
              <a:t>Define la manera en que los objetos y elementos se relacionan entre sí, en el navegador y en el documento.</a:t>
            </a:r>
          </a:p>
          <a:p>
            <a:pPr marL="350838" indent="-342900" algn="just"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es-PE" sz="1800" dirty="0">
              <a:latin typeface="+mn-lt"/>
            </a:endParaRPr>
          </a:p>
          <a:p>
            <a:pPr marL="350838" indent="-342900" algn="just"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es-PE" sz="2000" dirty="0">
              <a:latin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59762135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03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JavaScript</a:t>
            </a:r>
            <a:endParaRPr lang="es-PE" altLang="es-PE" dirty="0"/>
          </a:p>
        </p:txBody>
      </p:sp>
      <p:sp>
        <p:nvSpPr>
          <p:cNvPr id="2" name="Marcador de contenido 1"/>
          <p:cNvSpPr>
            <a:spLocks noGrp="1"/>
          </p:cNvSpPr>
          <p:nvPr>
            <p:ph idx="1"/>
          </p:nvPr>
        </p:nvSpPr>
        <p:spPr>
          <a:xfrm>
            <a:off x="609600" y="1447800"/>
            <a:ext cx="7918450" cy="739690"/>
          </a:xfrm>
        </p:spPr>
        <p:txBody>
          <a:bodyPr/>
          <a:lstStyle/>
          <a:p>
            <a:pPr marL="350838" indent="-342900" algn="just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s-PE" sz="2000" kern="1200" dirty="0">
                <a:latin typeface="+mn-lt"/>
              </a:rPr>
              <a:t>Manejo de eventos</a:t>
            </a:r>
          </a:p>
          <a:p>
            <a:endParaRPr lang="es-PE" dirty="0"/>
          </a:p>
        </p:txBody>
      </p:sp>
      <p:graphicFrame>
        <p:nvGraphicFramePr>
          <p:cNvPr id="5" name="Tab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2413983"/>
              </p:ext>
            </p:extLst>
          </p:nvPr>
        </p:nvGraphicFramePr>
        <p:xfrm>
          <a:off x="1066800" y="2057400"/>
          <a:ext cx="7315201" cy="39014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2011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30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1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algn="ctr"/>
                      <a:r>
                        <a:rPr lang="es-PE" sz="1400" dirty="0"/>
                        <a:t>EVENTO</a:t>
                      </a:r>
                      <a:endParaRPr lang="es-PE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400" dirty="0"/>
                        <a:t>DESCRIPCIÓN</a:t>
                      </a:r>
                      <a:endParaRPr lang="es-PE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400" dirty="0"/>
                        <a:t>DEFINIDO PARA</a:t>
                      </a:r>
                      <a:endParaRPr lang="es-PE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kumimoji="0" lang="es-PE" sz="1400" kern="1200" dirty="0" err="1"/>
                        <a:t>onblur</a:t>
                      </a:r>
                      <a:endParaRPr kumimoji="0" lang="es-PE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0" lang="es-PE" sz="1400" kern="1200" dirty="0"/>
                        <a:t>Deseleccionar el elemento.</a:t>
                      </a:r>
                      <a:endParaRPr kumimoji="0" lang="es-PE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0" lang="en-US" sz="1400" kern="1200" dirty="0"/>
                        <a:t>&lt;button&gt;, &lt;input&gt;, &lt;label&gt;, &lt;select&gt;, &lt;</a:t>
                      </a:r>
                      <a:r>
                        <a:rPr kumimoji="0" lang="en-US" sz="1400" kern="1200" dirty="0" err="1"/>
                        <a:t>textarea</a:t>
                      </a:r>
                      <a:r>
                        <a:rPr kumimoji="0" lang="en-US" sz="1400" kern="1200" dirty="0"/>
                        <a:t>&gt;, &lt;body&gt;</a:t>
                      </a:r>
                      <a:endParaRPr kumimoji="0" lang="es-PE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kumimoji="0" lang="es-PE" sz="1400" kern="1200" dirty="0" err="1"/>
                        <a:t>onchange</a:t>
                      </a:r>
                      <a:endParaRPr kumimoji="0" lang="es-PE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0" lang="es-PE" sz="1400" kern="1200" dirty="0"/>
                        <a:t>Deseleccionar un elemento que se ha modificado.</a:t>
                      </a:r>
                      <a:endParaRPr kumimoji="0" lang="es-PE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0" lang="es-PE" sz="1400" kern="1200" dirty="0"/>
                        <a:t>&lt;input&gt;, &lt;</a:t>
                      </a:r>
                      <a:r>
                        <a:rPr kumimoji="0" lang="es-PE" sz="1400" kern="1200" dirty="0" err="1"/>
                        <a:t>select</a:t>
                      </a:r>
                      <a:r>
                        <a:rPr kumimoji="0" lang="es-PE" sz="1400" kern="1200" dirty="0"/>
                        <a:t>&gt;, &lt;</a:t>
                      </a:r>
                      <a:r>
                        <a:rPr kumimoji="0" lang="es-PE" sz="1400" kern="1200" dirty="0" err="1"/>
                        <a:t>textarea</a:t>
                      </a:r>
                      <a:r>
                        <a:rPr kumimoji="0" lang="es-PE" sz="1400" kern="1200" dirty="0"/>
                        <a:t>&gt;</a:t>
                      </a:r>
                      <a:endParaRPr kumimoji="0" lang="es-PE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kumimoji="0" lang="es-PE" sz="1400" kern="1200" dirty="0" err="1"/>
                        <a:t>onclick</a:t>
                      </a:r>
                      <a:endParaRPr kumimoji="0" lang="es-PE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0" lang="es-PE" sz="1400" kern="1200" dirty="0"/>
                        <a:t>Al hacer clic.</a:t>
                      </a:r>
                      <a:endParaRPr kumimoji="0" lang="es-PE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0" lang="es-PE" sz="1400" kern="1200" dirty="0"/>
                        <a:t>Todos los elementos</a:t>
                      </a:r>
                      <a:endParaRPr kumimoji="0" lang="es-PE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kumimoji="0" lang="es-PE" sz="1400" kern="1200" dirty="0" err="1"/>
                        <a:t>ondblclick</a:t>
                      </a:r>
                      <a:endParaRPr kumimoji="0" lang="es-PE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0" lang="es-PE" sz="1400" kern="1200" dirty="0"/>
                        <a:t>Hacer clic dos veces seguidas.</a:t>
                      </a:r>
                      <a:endParaRPr kumimoji="0" lang="es-PE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PE" sz="1400" kern="1200" dirty="0"/>
                        <a:t>Todos los elementos</a:t>
                      </a:r>
                      <a:endParaRPr kumimoji="0" lang="es-PE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kumimoji="0" lang="es-PE" sz="1400" kern="1200" dirty="0" err="1"/>
                        <a:t>onfocus</a:t>
                      </a:r>
                      <a:endParaRPr kumimoji="0" lang="es-PE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0" lang="es-PE" sz="1400" kern="1200" dirty="0"/>
                        <a:t>Seleccionar un elemento.</a:t>
                      </a:r>
                      <a:endParaRPr kumimoji="0" lang="es-PE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0" lang="en-US" sz="1400" kern="1200" dirty="0"/>
                        <a:t>&lt;button&gt;, &lt;input&gt;, &lt;label&gt;, &lt;select&gt;, &lt;</a:t>
                      </a:r>
                      <a:r>
                        <a:rPr kumimoji="0" lang="en-US" sz="1400" kern="1200" dirty="0" err="1"/>
                        <a:t>textarea</a:t>
                      </a:r>
                      <a:r>
                        <a:rPr kumimoji="0" lang="en-US" sz="1400" kern="1200" dirty="0"/>
                        <a:t>&gt;, &lt;body&gt;</a:t>
                      </a:r>
                      <a:endParaRPr kumimoji="0" lang="es-PE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kumimoji="0" lang="es-PE" sz="1400" kern="1200" dirty="0" err="1"/>
                        <a:t>onkeydown</a:t>
                      </a:r>
                      <a:endParaRPr kumimoji="0" lang="es-PE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0" lang="es-PE" sz="1400" kern="1200" dirty="0"/>
                        <a:t>Pulsar una tecla (sin soltar).</a:t>
                      </a:r>
                      <a:endParaRPr kumimoji="0" lang="es-PE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0" lang="es-PE" sz="1400" kern="1200" dirty="0"/>
                        <a:t>Elementos de formulario y &lt;</a:t>
                      </a:r>
                      <a:r>
                        <a:rPr kumimoji="0" lang="es-PE" sz="1400" kern="1200" dirty="0" err="1"/>
                        <a:t>body</a:t>
                      </a:r>
                      <a:r>
                        <a:rPr kumimoji="0" lang="es-PE" sz="1400" kern="1200" dirty="0"/>
                        <a:t>&gt;</a:t>
                      </a:r>
                      <a:endParaRPr kumimoji="0" lang="es-PE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kumimoji="0" lang="es-PE" sz="1400" kern="1200" dirty="0" err="1"/>
                        <a:t>onkeypress</a:t>
                      </a:r>
                      <a:endParaRPr kumimoji="0" lang="es-PE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0" lang="es-PE" sz="1400" kern="1200" dirty="0"/>
                        <a:t>Pulsar una tecla.</a:t>
                      </a:r>
                      <a:endParaRPr kumimoji="0" lang="es-PE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0" lang="es-PE" sz="1400" kern="1200" dirty="0"/>
                        <a:t>Elementos de formulario y &lt;</a:t>
                      </a:r>
                      <a:r>
                        <a:rPr kumimoji="0" lang="es-PE" sz="1400" kern="1200" dirty="0" err="1"/>
                        <a:t>body</a:t>
                      </a:r>
                      <a:r>
                        <a:rPr kumimoji="0" lang="es-PE" sz="1400" kern="1200" dirty="0"/>
                        <a:t>&gt;</a:t>
                      </a:r>
                      <a:endParaRPr kumimoji="0" lang="es-PE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kumimoji="0" lang="es-PE" sz="1400" kern="1200" dirty="0" err="1"/>
                        <a:t>onkeyup</a:t>
                      </a:r>
                      <a:endParaRPr kumimoji="0" lang="es-PE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0" lang="es-PE" sz="1400" kern="1200" dirty="0"/>
                        <a:t>Soltar una tecla pulsada.</a:t>
                      </a:r>
                      <a:endParaRPr kumimoji="0" lang="es-PE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0" lang="es-PE" sz="1400" kern="1200" dirty="0"/>
                        <a:t>Elementos de formulario y &lt;</a:t>
                      </a:r>
                      <a:r>
                        <a:rPr kumimoji="0" lang="es-PE" sz="1400" kern="1200" dirty="0" err="1"/>
                        <a:t>body</a:t>
                      </a:r>
                      <a:r>
                        <a:rPr kumimoji="0" lang="es-PE" sz="1400" kern="1200" dirty="0"/>
                        <a:t>&gt;</a:t>
                      </a:r>
                      <a:endParaRPr kumimoji="0" lang="es-PE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kumimoji="0" lang="es-PE" sz="1400" kern="1200" dirty="0" err="1"/>
                        <a:t>onload</a:t>
                      </a:r>
                      <a:endParaRPr kumimoji="0" lang="es-PE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0" lang="es-PE" sz="1400" kern="1200" dirty="0"/>
                        <a:t>La página se ha cargado completamente.</a:t>
                      </a:r>
                      <a:endParaRPr kumimoji="0" lang="es-PE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0" lang="es-PE" sz="1400" kern="1200" dirty="0"/>
                        <a:t>&lt;</a:t>
                      </a:r>
                      <a:r>
                        <a:rPr kumimoji="0" lang="es-PE" sz="1400" kern="1200" dirty="0" err="1"/>
                        <a:t>body</a:t>
                      </a:r>
                      <a:r>
                        <a:rPr kumimoji="0" lang="es-PE" sz="1400" kern="1200" dirty="0"/>
                        <a:t>&gt;</a:t>
                      </a:r>
                      <a:endParaRPr kumimoji="0" lang="es-PE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973235887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03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JavaScript</a:t>
            </a:r>
            <a:br>
              <a:rPr lang="es-PE" dirty="0"/>
            </a:br>
            <a:r>
              <a:rPr lang="es-PE" sz="2000" dirty="0"/>
              <a:t/>
            </a:r>
            <a:br>
              <a:rPr lang="es-PE" sz="2000" dirty="0"/>
            </a:br>
            <a:r>
              <a:rPr lang="es-PE" sz="2000" dirty="0"/>
              <a:t>Local y </a:t>
            </a:r>
            <a:r>
              <a:rPr lang="es-PE" sz="2000" dirty="0" err="1"/>
              <a:t>Session</a:t>
            </a:r>
            <a:r>
              <a:rPr lang="es-PE" sz="2000" dirty="0"/>
              <a:t> Storage</a:t>
            </a:r>
            <a:br>
              <a:rPr lang="es-PE" sz="2000" dirty="0"/>
            </a:br>
            <a:endParaRPr lang="es-PE" altLang="es-PE" sz="2000" dirty="0"/>
          </a:p>
        </p:txBody>
      </p:sp>
      <p:sp>
        <p:nvSpPr>
          <p:cNvPr id="2" name="Rectangle 1"/>
          <p:cNvSpPr/>
          <p:nvPr/>
        </p:nvSpPr>
        <p:spPr>
          <a:xfrm>
            <a:off x="609600" y="1752600"/>
            <a:ext cx="7918450" cy="42750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0838" indent="-342900" algn="just" defTabSz="228600" eaLnBrk="0" hangingPunct="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s-PE" dirty="0">
                <a:latin typeface="+mn-lt"/>
                <a:cs typeface="+mn-cs"/>
              </a:rPr>
              <a:t>HTTP no tiene estado, o sea, es </a:t>
            </a:r>
            <a:r>
              <a:rPr lang="es-PE" dirty="0" err="1">
                <a:latin typeface="+mn-lt"/>
                <a:cs typeface="+mn-cs"/>
              </a:rPr>
              <a:t>stateless</a:t>
            </a:r>
            <a:r>
              <a:rPr lang="es-PE" dirty="0">
                <a:latin typeface="+mn-lt"/>
                <a:cs typeface="+mn-cs"/>
              </a:rPr>
              <a:t>.</a:t>
            </a:r>
          </a:p>
          <a:p>
            <a:pPr marL="350838" indent="-342900" algn="just" defTabSz="228600" eaLnBrk="0" hangingPunct="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  <a:cs typeface="+mn-cs"/>
              </a:rPr>
              <a:t>Las </a:t>
            </a:r>
            <a:r>
              <a:rPr lang="es-PE" dirty="0">
                <a:latin typeface="+mn-lt"/>
                <a:cs typeface="+mn-cs"/>
              </a:rPr>
              <a:t>cookies, permiten mantener el estado entre peticiones (guardar información en el browser). Las cookies siempre viajan entre el cliente y el servidor</a:t>
            </a:r>
            <a:r>
              <a:rPr lang="en-US" dirty="0">
                <a:latin typeface="+mn-lt"/>
                <a:cs typeface="+mn-cs"/>
              </a:rPr>
              <a:t>.</a:t>
            </a:r>
          </a:p>
          <a:p>
            <a:pPr marL="350838" indent="-342900" algn="just" defTabSz="228600" eaLnBrk="0" hangingPunct="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s-PE" dirty="0">
                <a:latin typeface="+mn-lt"/>
                <a:cs typeface="+mn-cs"/>
              </a:rPr>
              <a:t>En HTML5 se tienen dos mecanismos para guardar información en el cliente sin tener que ser enviado en cada momento al servidor, estos son: Local Storage y </a:t>
            </a:r>
            <a:r>
              <a:rPr lang="es-PE" dirty="0" err="1">
                <a:latin typeface="+mn-lt"/>
                <a:cs typeface="+mn-cs"/>
              </a:rPr>
              <a:t>Session</a:t>
            </a:r>
            <a:r>
              <a:rPr lang="es-PE" dirty="0">
                <a:latin typeface="+mn-lt"/>
                <a:cs typeface="+mn-cs"/>
              </a:rPr>
              <a:t> Storage.</a:t>
            </a:r>
          </a:p>
          <a:p>
            <a:pPr marL="350838" lvl="0" indent="-342900" algn="just" defTabSz="228600" eaLnBrk="0" hangingPunct="0">
              <a:lnSpc>
                <a:spcPct val="115000"/>
              </a:lnSpc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s-PE" dirty="0" err="1">
                <a:latin typeface="+mn-lt"/>
                <a:cs typeface="+mn-cs"/>
              </a:rPr>
              <a:t>LocalStorage</a:t>
            </a:r>
            <a:endParaRPr lang="es-PE" dirty="0">
              <a:latin typeface="+mn-lt"/>
              <a:cs typeface="+mn-cs"/>
            </a:endParaRPr>
          </a:p>
          <a:p>
            <a:pPr marL="360363" algn="just" defTabSz="228600" eaLnBrk="0" hangingPunct="0">
              <a:lnSpc>
                <a:spcPct val="115000"/>
              </a:lnSpc>
              <a:spcBef>
                <a:spcPct val="20000"/>
              </a:spcBef>
              <a:buClr>
                <a:srgbClr val="FF0000"/>
              </a:buClr>
            </a:pPr>
            <a:r>
              <a:rPr lang="es-PE" dirty="0">
                <a:latin typeface="+mn-lt"/>
                <a:cs typeface="+mn-cs"/>
              </a:rPr>
              <a:t>Permite guardar información en el cliente y no tiene un tiempo de expiración.</a:t>
            </a:r>
          </a:p>
          <a:p>
            <a:pPr marL="350838" lvl="0" indent="-342900" algn="just" defTabSz="228600" eaLnBrk="0" hangingPunct="0">
              <a:lnSpc>
                <a:spcPct val="115000"/>
              </a:lnSpc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s-PE" dirty="0" err="1">
                <a:latin typeface="+mn-lt"/>
                <a:cs typeface="+mn-cs"/>
              </a:rPr>
              <a:t>SessionStorage</a:t>
            </a:r>
            <a:endParaRPr lang="es-PE" dirty="0">
              <a:latin typeface="+mn-lt"/>
              <a:cs typeface="+mn-cs"/>
            </a:endParaRPr>
          </a:p>
          <a:p>
            <a:pPr marL="360363" algn="just" defTabSz="228600" eaLnBrk="0" hangingPunct="0">
              <a:lnSpc>
                <a:spcPct val="115000"/>
              </a:lnSpc>
              <a:spcBef>
                <a:spcPct val="20000"/>
              </a:spcBef>
              <a:buClr>
                <a:srgbClr val="FF0000"/>
              </a:buClr>
            </a:pPr>
            <a:r>
              <a:rPr lang="es-PE" dirty="0">
                <a:latin typeface="+mn-lt"/>
                <a:cs typeface="+mn-cs"/>
              </a:rPr>
              <a:t>Permite guardar información en el cliente y la información se borra cuando cierra el browser.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72825646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03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JavaScript</a:t>
            </a:r>
            <a:br>
              <a:rPr lang="es-PE" dirty="0"/>
            </a:br>
            <a:r>
              <a:rPr lang="es-PE" dirty="0"/>
              <a:t/>
            </a:r>
            <a:br>
              <a:rPr lang="es-PE" dirty="0"/>
            </a:br>
            <a:r>
              <a:rPr lang="es-PE" sz="2000" dirty="0"/>
              <a:t>Local y </a:t>
            </a:r>
            <a:r>
              <a:rPr lang="es-PE" sz="2000" dirty="0" err="1"/>
              <a:t>Session</a:t>
            </a:r>
            <a:r>
              <a:rPr lang="es-PE" sz="2000" dirty="0"/>
              <a:t> Storage</a:t>
            </a:r>
            <a:br>
              <a:rPr lang="es-PE" sz="2000" dirty="0"/>
            </a:br>
            <a:r>
              <a:rPr lang="es-PE" sz="2000" dirty="0"/>
              <a:t/>
            </a:r>
            <a:br>
              <a:rPr lang="es-PE" sz="2000" dirty="0"/>
            </a:br>
            <a:endParaRPr lang="es-PE" altLang="es-PE" sz="2000" dirty="0"/>
          </a:p>
        </p:txBody>
      </p:sp>
      <p:sp>
        <p:nvSpPr>
          <p:cNvPr id="4" name="Marcador de contenido 3"/>
          <p:cNvSpPr>
            <a:spLocks noGrp="1"/>
          </p:cNvSpPr>
          <p:nvPr>
            <p:ph idx="1"/>
          </p:nvPr>
        </p:nvSpPr>
        <p:spPr>
          <a:xfrm>
            <a:off x="609600" y="1447800"/>
            <a:ext cx="7918450" cy="2560701"/>
          </a:xfrm>
        </p:spPr>
        <p:txBody>
          <a:bodyPr/>
          <a:lstStyle/>
          <a:p>
            <a:endParaRPr lang="es-PE" dirty="0"/>
          </a:p>
          <a:p>
            <a:pPr lvl="0" algn="just">
              <a:lnSpc>
                <a:spcPct val="115000"/>
              </a:lnSpc>
              <a:spcAft>
                <a:spcPts val="1000"/>
              </a:spcAft>
              <a:buSzPts val="1000"/>
              <a:tabLst>
                <a:tab pos="457200" algn="l"/>
                <a:tab pos="907415" algn="l"/>
              </a:tabLst>
            </a:pPr>
            <a:r>
              <a:rPr lang="es-PE" sz="2000" dirty="0">
                <a:latin typeface="Arial"/>
                <a:ea typeface="Times New Roman"/>
              </a:rPr>
              <a:t>Métodos comunes</a:t>
            </a:r>
            <a:r>
              <a:rPr lang="en-US" sz="2000" dirty="0">
                <a:latin typeface="Arial"/>
                <a:ea typeface="Times New Roman"/>
              </a:rPr>
              <a:t>: </a:t>
            </a:r>
          </a:p>
          <a:p>
            <a:pPr marL="350838" lvl="0" indent="-342900" algn="just">
              <a:lnSpc>
                <a:spcPct val="115000"/>
              </a:lnSpc>
              <a:buClr>
                <a:srgbClr val="FF0000"/>
              </a:buClr>
              <a:buSzPct val="100000"/>
              <a:buFont typeface="Arial" panose="020B0604020202020204" pitchFamily="34" charset="0"/>
              <a:buChar char="•"/>
              <a:tabLst>
                <a:tab pos="457200" algn="l"/>
                <a:tab pos="907415" algn="l"/>
              </a:tabLst>
            </a:pPr>
            <a:r>
              <a:rPr lang="es-PE" sz="2000" kern="1200" dirty="0" err="1">
                <a:latin typeface="+mn-lt"/>
              </a:rPr>
              <a:t>getItem</a:t>
            </a:r>
            <a:r>
              <a:rPr lang="es-PE" sz="2000" kern="1200" dirty="0">
                <a:latin typeface="+mn-lt"/>
              </a:rPr>
              <a:t> ( </a:t>
            </a:r>
            <a:r>
              <a:rPr lang="es-PE" sz="2000" kern="1200" dirty="0" err="1">
                <a:latin typeface="+mn-lt"/>
              </a:rPr>
              <a:t>key</a:t>
            </a:r>
            <a:r>
              <a:rPr lang="es-PE" sz="2000" kern="1200" dirty="0">
                <a:latin typeface="+mn-lt"/>
              </a:rPr>
              <a:t> ): permite obtener un valor del Storage.</a:t>
            </a:r>
          </a:p>
          <a:p>
            <a:pPr marL="350838" lvl="0" indent="-342900" algn="just">
              <a:lnSpc>
                <a:spcPct val="115000"/>
              </a:lnSpc>
              <a:buClr>
                <a:srgbClr val="FF0000"/>
              </a:buClr>
              <a:buSzPct val="100000"/>
              <a:buFont typeface="Arial" panose="020B0604020202020204" pitchFamily="34" charset="0"/>
              <a:buChar char="•"/>
              <a:tabLst>
                <a:tab pos="457200" algn="l"/>
                <a:tab pos="907415" algn="l"/>
              </a:tabLst>
            </a:pPr>
            <a:r>
              <a:rPr lang="es-PE" sz="2000" kern="1200" dirty="0" err="1">
                <a:latin typeface="+mn-lt"/>
              </a:rPr>
              <a:t>setItem</a:t>
            </a:r>
            <a:r>
              <a:rPr lang="es-PE" sz="2000" kern="1200" dirty="0">
                <a:latin typeface="+mn-lt"/>
              </a:rPr>
              <a:t> ( </a:t>
            </a:r>
            <a:r>
              <a:rPr lang="es-PE" sz="2000" kern="1200" dirty="0" err="1">
                <a:latin typeface="+mn-lt"/>
              </a:rPr>
              <a:t>key</a:t>
            </a:r>
            <a:r>
              <a:rPr lang="es-PE" sz="2000" kern="1200" dirty="0">
                <a:latin typeface="+mn-lt"/>
              </a:rPr>
              <a:t> , </a:t>
            </a:r>
            <a:r>
              <a:rPr lang="es-PE" sz="2000" kern="1200" dirty="0" err="1">
                <a:latin typeface="+mn-lt"/>
              </a:rPr>
              <a:t>value</a:t>
            </a:r>
            <a:r>
              <a:rPr lang="es-PE" sz="2000" kern="1200" dirty="0">
                <a:latin typeface="+mn-lt"/>
              </a:rPr>
              <a:t> ): permite establecer un valor en el Storage.</a:t>
            </a:r>
          </a:p>
          <a:p>
            <a:pPr marL="350838" lvl="0" indent="-342900" algn="just">
              <a:lnSpc>
                <a:spcPct val="115000"/>
              </a:lnSpc>
              <a:buClr>
                <a:srgbClr val="FF0000"/>
              </a:buClr>
              <a:buSzPct val="100000"/>
              <a:buFont typeface="Arial" panose="020B0604020202020204" pitchFamily="34" charset="0"/>
              <a:buChar char="•"/>
              <a:tabLst>
                <a:tab pos="457200" algn="l"/>
                <a:tab pos="907415" algn="l"/>
              </a:tabLst>
            </a:pPr>
            <a:r>
              <a:rPr lang="es-PE" sz="2000" kern="1200" dirty="0" err="1">
                <a:latin typeface="+mn-lt"/>
              </a:rPr>
              <a:t>removeItem</a:t>
            </a:r>
            <a:r>
              <a:rPr lang="es-PE" sz="2000" kern="1200" dirty="0">
                <a:latin typeface="+mn-lt"/>
              </a:rPr>
              <a:t> ( </a:t>
            </a:r>
            <a:r>
              <a:rPr lang="es-PE" sz="2000" kern="1200" dirty="0" err="1">
                <a:latin typeface="+mn-lt"/>
              </a:rPr>
              <a:t>key</a:t>
            </a:r>
            <a:r>
              <a:rPr lang="es-PE" sz="2000" kern="1200" dirty="0">
                <a:latin typeface="+mn-lt"/>
              </a:rPr>
              <a:t> ): permite remover el elemento del Storage.</a:t>
            </a:r>
          </a:p>
          <a:p>
            <a:endParaRPr lang="es-PE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2615014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03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JavaScript</a:t>
            </a:r>
            <a:br>
              <a:rPr lang="es-PE" dirty="0"/>
            </a:br>
            <a:r>
              <a:rPr lang="es-PE" sz="2000" dirty="0">
                <a:latin typeface="+mn-lt"/>
              </a:rPr>
              <a:t/>
            </a:r>
            <a:br>
              <a:rPr lang="es-PE" sz="2000" dirty="0">
                <a:latin typeface="+mn-lt"/>
              </a:rPr>
            </a:br>
            <a:r>
              <a:rPr lang="es-PE" sz="2000" dirty="0">
                <a:latin typeface="+mn-lt"/>
              </a:rPr>
              <a:t>Local y </a:t>
            </a:r>
            <a:r>
              <a:rPr lang="es-PE" sz="2000" dirty="0" err="1">
                <a:latin typeface="+mn-lt"/>
              </a:rPr>
              <a:t>Session</a:t>
            </a:r>
            <a:r>
              <a:rPr lang="es-PE" sz="2000" dirty="0">
                <a:latin typeface="+mn-lt"/>
              </a:rPr>
              <a:t> Storage</a:t>
            </a:r>
            <a:br>
              <a:rPr lang="es-PE" sz="2000" dirty="0">
                <a:latin typeface="+mn-lt"/>
              </a:rPr>
            </a:br>
            <a:r>
              <a:rPr lang="es-PE" sz="2000" dirty="0">
                <a:latin typeface="+mn-lt"/>
              </a:rPr>
              <a:t/>
            </a:r>
            <a:br>
              <a:rPr lang="es-PE" sz="2000" dirty="0">
                <a:latin typeface="+mn-lt"/>
              </a:rPr>
            </a:br>
            <a:endParaRPr lang="es-PE" altLang="es-PE" sz="2000" dirty="0">
              <a:latin typeface="+mn-lt"/>
            </a:endParaRPr>
          </a:p>
        </p:txBody>
      </p:sp>
      <p:sp>
        <p:nvSpPr>
          <p:cNvPr id="4" name="Marcador de contenido 3"/>
          <p:cNvSpPr>
            <a:spLocks noGrp="1"/>
          </p:cNvSpPr>
          <p:nvPr>
            <p:ph idx="1"/>
          </p:nvPr>
        </p:nvSpPr>
        <p:spPr>
          <a:xfrm>
            <a:off x="609600" y="1447800"/>
            <a:ext cx="7918450" cy="1176732"/>
          </a:xfrm>
        </p:spPr>
        <p:txBody>
          <a:bodyPr/>
          <a:lstStyle/>
          <a:p>
            <a:endParaRPr lang="es-PE" dirty="0"/>
          </a:p>
          <a:p>
            <a:pPr marL="350838" indent="-342900" algn="just">
              <a:lnSpc>
                <a:spcPct val="115000"/>
              </a:lnSpc>
              <a:buClr>
                <a:srgbClr val="FF0000"/>
              </a:buClr>
              <a:buSzPct val="100000"/>
              <a:buFont typeface="Arial" panose="020B0604020202020204" pitchFamily="34" charset="0"/>
              <a:buChar char="•"/>
              <a:tabLst>
                <a:tab pos="457200" algn="l"/>
                <a:tab pos="907415" algn="l"/>
              </a:tabLst>
            </a:pPr>
            <a:r>
              <a:rPr lang="en-US" sz="2000" kern="1200" dirty="0" err="1">
                <a:latin typeface="+mn-lt"/>
              </a:rPr>
              <a:t>Ejemplo</a:t>
            </a:r>
            <a:r>
              <a:rPr lang="en-US" sz="2000" kern="1200" dirty="0">
                <a:latin typeface="+mn-lt"/>
              </a:rPr>
              <a:t> de </a:t>
            </a:r>
            <a:r>
              <a:rPr lang="en-US" sz="2000" kern="1200" dirty="0" err="1">
                <a:latin typeface="+mn-lt"/>
              </a:rPr>
              <a:t>LocalStorage</a:t>
            </a:r>
            <a:r>
              <a:rPr lang="en-US" sz="2000" kern="1200" dirty="0">
                <a:latin typeface="+mn-lt"/>
              </a:rPr>
              <a:t>: </a:t>
            </a:r>
          </a:p>
          <a:p>
            <a:endParaRPr lang="es-PE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2438400"/>
            <a:ext cx="4965611" cy="38323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01962689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03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JavaScript</a:t>
            </a:r>
            <a:br>
              <a:rPr lang="es-PE" dirty="0"/>
            </a:br>
            <a:r>
              <a:rPr lang="es-PE" sz="2000" dirty="0">
                <a:latin typeface="+mn-lt"/>
              </a:rPr>
              <a:t/>
            </a:r>
            <a:br>
              <a:rPr lang="es-PE" sz="2000" dirty="0">
                <a:latin typeface="+mn-lt"/>
              </a:rPr>
            </a:br>
            <a:r>
              <a:rPr lang="es-PE" sz="2000" dirty="0">
                <a:latin typeface="+mn-lt"/>
              </a:rPr>
              <a:t>Local y </a:t>
            </a:r>
            <a:r>
              <a:rPr lang="es-PE" sz="2000" dirty="0" err="1">
                <a:latin typeface="+mn-lt"/>
              </a:rPr>
              <a:t>Session</a:t>
            </a:r>
            <a:r>
              <a:rPr lang="es-PE" sz="2000" dirty="0">
                <a:latin typeface="+mn-lt"/>
              </a:rPr>
              <a:t> Storage</a:t>
            </a:r>
            <a:br>
              <a:rPr lang="es-PE" sz="2000" dirty="0">
                <a:latin typeface="+mn-lt"/>
              </a:rPr>
            </a:br>
            <a:endParaRPr lang="es-PE" altLang="es-PE" sz="2000" dirty="0">
              <a:latin typeface="+mn-lt"/>
            </a:endParaRPr>
          </a:p>
        </p:txBody>
      </p:sp>
      <p:sp>
        <p:nvSpPr>
          <p:cNvPr id="4" name="Marcador de contenido 3"/>
          <p:cNvSpPr>
            <a:spLocks noGrp="1"/>
          </p:cNvSpPr>
          <p:nvPr>
            <p:ph idx="1"/>
          </p:nvPr>
        </p:nvSpPr>
        <p:spPr>
          <a:xfrm>
            <a:off x="609600" y="1447800"/>
            <a:ext cx="7918450" cy="1176732"/>
          </a:xfrm>
        </p:spPr>
        <p:txBody>
          <a:bodyPr/>
          <a:lstStyle/>
          <a:p>
            <a:endParaRPr lang="es-PE" dirty="0"/>
          </a:p>
          <a:p>
            <a:pPr marL="350838" lvl="0" indent="-342900" algn="just">
              <a:lnSpc>
                <a:spcPct val="115000"/>
              </a:lnSpc>
              <a:buClr>
                <a:srgbClr val="FF0000"/>
              </a:buClr>
              <a:buSzPct val="100000"/>
              <a:buFont typeface="Arial" panose="020B0604020202020204" pitchFamily="34" charset="0"/>
              <a:buChar char="•"/>
              <a:tabLst>
                <a:tab pos="457200" algn="l"/>
                <a:tab pos="907415" algn="l"/>
              </a:tabLst>
            </a:pPr>
            <a:r>
              <a:rPr lang="en-US" sz="2000" kern="1200" dirty="0" err="1">
                <a:latin typeface="+mn-lt"/>
              </a:rPr>
              <a:t>Ejemplo</a:t>
            </a:r>
            <a:r>
              <a:rPr lang="en-US" sz="2000" kern="1200" dirty="0">
                <a:latin typeface="+mn-lt"/>
              </a:rPr>
              <a:t> de </a:t>
            </a:r>
            <a:r>
              <a:rPr lang="en-US" sz="2000" kern="1200" dirty="0" err="1">
                <a:latin typeface="+mn-lt"/>
              </a:rPr>
              <a:t>SessionStorage</a:t>
            </a:r>
            <a:r>
              <a:rPr lang="en-US" sz="2000" kern="1200" dirty="0">
                <a:latin typeface="+mn-lt"/>
              </a:rPr>
              <a:t>: </a:t>
            </a:r>
          </a:p>
          <a:p>
            <a:endParaRPr lang="es-PE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2624532"/>
            <a:ext cx="5516223" cy="235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31798111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03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JavaScript</a:t>
            </a:r>
            <a:br>
              <a:rPr lang="es-PE" dirty="0"/>
            </a:br>
            <a:r>
              <a:rPr lang="es-PE" sz="2000" dirty="0">
                <a:latin typeface="+mn-lt"/>
              </a:rPr>
              <a:t/>
            </a:r>
            <a:br>
              <a:rPr lang="es-PE" sz="2000" dirty="0">
                <a:latin typeface="+mn-lt"/>
              </a:rPr>
            </a:br>
            <a:r>
              <a:rPr lang="es-PE" sz="2000" dirty="0">
                <a:latin typeface="+mn-lt"/>
              </a:rPr>
              <a:t>Local y </a:t>
            </a:r>
            <a:r>
              <a:rPr lang="es-PE" sz="2000" dirty="0" err="1">
                <a:latin typeface="+mn-lt"/>
              </a:rPr>
              <a:t>Session</a:t>
            </a:r>
            <a:r>
              <a:rPr lang="es-PE" sz="2000" dirty="0">
                <a:latin typeface="+mn-lt"/>
              </a:rPr>
              <a:t> Storage</a:t>
            </a:r>
            <a:br>
              <a:rPr lang="es-PE" sz="2000" dirty="0">
                <a:latin typeface="+mn-lt"/>
              </a:rPr>
            </a:br>
            <a:endParaRPr lang="es-PE" altLang="es-PE" sz="2000" dirty="0">
              <a:latin typeface="+mn-lt"/>
            </a:endParaRPr>
          </a:p>
        </p:txBody>
      </p:sp>
      <p:sp>
        <p:nvSpPr>
          <p:cNvPr id="5" name="Marcador de contenido 4"/>
          <p:cNvSpPr>
            <a:spLocks noGrp="1"/>
          </p:cNvSpPr>
          <p:nvPr>
            <p:ph idx="1"/>
          </p:nvPr>
        </p:nvSpPr>
        <p:spPr>
          <a:xfrm>
            <a:off x="609600" y="1447800"/>
            <a:ext cx="7918450" cy="2286000"/>
          </a:xfrm>
        </p:spPr>
        <p:txBody>
          <a:bodyPr/>
          <a:lstStyle/>
          <a:p>
            <a:endParaRPr lang="es-PE" dirty="0"/>
          </a:p>
          <a:p>
            <a:pPr marL="350838" indent="-342900" algn="just">
              <a:lnSpc>
                <a:spcPct val="115000"/>
              </a:lnSpc>
              <a:buClr>
                <a:srgbClr val="FF0000"/>
              </a:buClr>
              <a:buSzPct val="100000"/>
              <a:buFont typeface="Arial" panose="020B0604020202020204" pitchFamily="34" charset="0"/>
              <a:buChar char="•"/>
              <a:tabLst>
                <a:tab pos="457200" algn="l"/>
                <a:tab pos="907415" algn="l"/>
              </a:tabLst>
            </a:pPr>
            <a:r>
              <a:rPr lang="en-US" sz="2000" kern="1200" dirty="0" err="1">
                <a:latin typeface="+mn-lt"/>
              </a:rPr>
              <a:t>Guardar</a:t>
            </a:r>
            <a:r>
              <a:rPr lang="en-US" sz="2000" kern="1200" dirty="0">
                <a:latin typeface="+mn-lt"/>
              </a:rPr>
              <a:t> un </a:t>
            </a:r>
            <a:r>
              <a:rPr lang="en-US" sz="2000" kern="1200" dirty="0" err="1">
                <a:latin typeface="+mn-lt"/>
              </a:rPr>
              <a:t>objeto</a:t>
            </a:r>
            <a:r>
              <a:rPr lang="en-US" sz="2000" kern="1200" dirty="0">
                <a:latin typeface="+mn-lt"/>
              </a:rPr>
              <a:t>: </a:t>
            </a:r>
          </a:p>
          <a:p>
            <a:pPr marL="360363" lvl="0" algn="just"/>
            <a:endParaRPr lang="en-US" sz="2000" u="sng" dirty="0">
              <a:latin typeface="+mn-lt"/>
              <a:ea typeface="Times New Roman"/>
            </a:endParaRPr>
          </a:p>
          <a:p>
            <a:pPr marL="360363" algn="just" defTabSz="207963">
              <a:lnSpc>
                <a:spcPct val="115000"/>
              </a:lnSpc>
              <a:spcAft>
                <a:spcPts val="1000"/>
              </a:spcAft>
            </a:pPr>
            <a:r>
              <a:rPr lang="es-PE" sz="2000" dirty="0">
                <a:latin typeface="Arial"/>
                <a:ea typeface="Times New Roman"/>
              </a:rPr>
              <a:t>Primero se tiene que serializar (convertirlo en cadena) el objeto con </a:t>
            </a:r>
            <a:r>
              <a:rPr lang="es-PE" sz="2000" b="1" dirty="0" err="1">
                <a:latin typeface="Arial"/>
                <a:ea typeface="Times New Roman"/>
              </a:rPr>
              <a:t>JSON.stringify</a:t>
            </a:r>
            <a:r>
              <a:rPr lang="es-PE" sz="2000" dirty="0">
                <a:latin typeface="Arial"/>
                <a:ea typeface="Times New Roman"/>
              </a:rPr>
              <a:t> y para </a:t>
            </a:r>
            <a:r>
              <a:rPr lang="es-PE" sz="2000" dirty="0" err="1" smtClean="0">
                <a:latin typeface="Arial"/>
                <a:ea typeface="Times New Roman"/>
              </a:rPr>
              <a:t>deserializarlo</a:t>
            </a:r>
            <a:r>
              <a:rPr lang="es-PE" sz="2000" dirty="0" smtClean="0">
                <a:latin typeface="Arial"/>
                <a:ea typeface="Times New Roman"/>
              </a:rPr>
              <a:t>, </a:t>
            </a:r>
            <a:r>
              <a:rPr lang="es-PE" sz="2000" dirty="0">
                <a:latin typeface="Arial"/>
                <a:ea typeface="Times New Roman"/>
              </a:rPr>
              <a:t>(convertirlo nuevamente a objeto) se debe usar </a:t>
            </a:r>
            <a:r>
              <a:rPr lang="es-PE" sz="2000" b="1" dirty="0" err="1">
                <a:latin typeface="Arial"/>
                <a:ea typeface="Times New Roman"/>
              </a:rPr>
              <a:t>JSON.parse</a:t>
            </a:r>
            <a:endParaRPr lang="es-PE" sz="2000" dirty="0">
              <a:latin typeface="Times New Roman"/>
              <a:ea typeface="Times New Roman"/>
            </a:endParaRPr>
          </a:p>
          <a:p>
            <a:pPr marL="360363" lvl="0" algn="just"/>
            <a:endParaRPr lang="en-US" sz="2000" u="sng" dirty="0">
              <a:latin typeface="+mn-lt"/>
              <a:ea typeface="Times New Roman"/>
            </a:endParaRPr>
          </a:p>
          <a:p>
            <a:pPr marL="360363" algn="just"/>
            <a:endParaRPr lang="es-PE" sz="2000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2292873"/>
            <a:ext cx="8753341" cy="3202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78815" algn="just">
              <a:lnSpc>
                <a:spcPct val="115000"/>
              </a:lnSpc>
              <a:spcAft>
                <a:spcPts val="1000"/>
              </a:spcAft>
            </a:pPr>
            <a:endParaRPr lang="es-PE" sz="1400" dirty="0">
              <a:effectLst/>
              <a:latin typeface="Times New Roman"/>
              <a:ea typeface="Times New Roman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3886200"/>
            <a:ext cx="4876800" cy="2418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28797340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03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jQuery</a:t>
            </a:r>
            <a:endParaRPr lang="es-PE" altLang="es-PE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09600" y="1447800"/>
            <a:ext cx="7918450" cy="1786130"/>
          </a:xfrm>
        </p:spPr>
        <p:txBody>
          <a:bodyPr/>
          <a:lstStyle/>
          <a:p>
            <a:pPr lvl="0" algn="just">
              <a:spcBef>
                <a:spcPts val="700"/>
              </a:spcBef>
              <a:buClr>
                <a:srgbClr val="DA1F28"/>
              </a:buClr>
              <a:buSzPct val="60000"/>
            </a:pPr>
            <a:r>
              <a:rPr lang="es-PE" dirty="0">
                <a:solidFill>
                  <a:prstClr val="black"/>
                </a:solidFill>
                <a:cs typeface="Arial" panose="020B0604020202020204" pitchFamily="34" charset="0"/>
              </a:rPr>
              <a:t>Es un </a:t>
            </a:r>
            <a:r>
              <a:rPr lang="es-PE" dirty="0" smtClean="0">
                <a:solidFill>
                  <a:prstClr val="black"/>
                </a:solidFill>
                <a:cs typeface="Arial" panose="020B0604020202020204" pitchFamily="34" charset="0"/>
              </a:rPr>
              <a:t>JavaScript </a:t>
            </a:r>
            <a:r>
              <a:rPr lang="es-PE" dirty="0">
                <a:solidFill>
                  <a:prstClr val="black"/>
                </a:solidFill>
                <a:cs typeface="Arial" panose="020B0604020202020204" pitchFamily="34" charset="0"/>
              </a:rPr>
              <a:t>library que permite simplificar la manera de interactuar con los documentos HTML, manipular el DOM, manejar eventos, desarrollar animaciones y agregar interacciones con AJAX en aplicaciones web.</a:t>
            </a:r>
            <a:endParaRPr lang="en-US" dirty="0">
              <a:solidFill>
                <a:prstClr val="black"/>
              </a:solidFill>
              <a:cs typeface="Arial" panose="020B0604020202020204" pitchFamily="34" charset="0"/>
            </a:endParaRPr>
          </a:p>
          <a:p>
            <a:pPr algn="just"/>
            <a:endParaRPr lang="es-PE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371600" y="5562600"/>
            <a:ext cx="2001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u="sng" dirty="0">
                <a:latin typeface="+mn-lt"/>
                <a:hlinkClick r:id="rId4"/>
              </a:rPr>
              <a:t>http://jquery.com/</a:t>
            </a:r>
            <a:r>
              <a:rPr lang="es-PE" dirty="0">
                <a:latin typeface="+mn-lt"/>
              </a:rPr>
              <a:t> </a:t>
            </a: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5" cstate="print"/>
          <a:srcRect b="33892"/>
          <a:stretch>
            <a:fillRect/>
          </a:stretch>
        </p:blipFill>
        <p:spPr bwMode="auto">
          <a:xfrm>
            <a:off x="1295400" y="3220075"/>
            <a:ext cx="6352721" cy="2085968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58831834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03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jQuery</a:t>
            </a:r>
            <a:endParaRPr lang="es-PE" altLang="es-PE" dirty="0"/>
          </a:p>
        </p:txBody>
      </p:sp>
      <p:sp>
        <p:nvSpPr>
          <p:cNvPr id="4" name="Rectángulo 3"/>
          <p:cNvSpPr/>
          <p:nvPr/>
        </p:nvSpPr>
        <p:spPr>
          <a:xfrm>
            <a:off x="609600" y="4876800"/>
            <a:ext cx="15824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s-PE" dirty="0">
                <a:latin typeface="+mn-lt"/>
                <a:cs typeface="Arial" pitchFamily="34" charset="0"/>
                <a:hlinkClick r:id="rId4"/>
              </a:rPr>
              <a:t>http://jqapi.ru/</a:t>
            </a:r>
            <a:endParaRPr lang="es-PE" dirty="0">
              <a:latin typeface="+mn-lt"/>
              <a:cs typeface="Arial" pitchFamily="34" charset="0"/>
            </a:endParaRPr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11868" y="1316038"/>
            <a:ext cx="7916182" cy="3255441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82089679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03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jQuery</a:t>
            </a:r>
            <a:br>
              <a:rPr lang="es-PE" dirty="0"/>
            </a:br>
            <a:endParaRPr lang="es-PE" altLang="es-PE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09600" y="1447800"/>
            <a:ext cx="7918450" cy="2598660"/>
          </a:xfrm>
        </p:spPr>
        <p:txBody>
          <a:bodyPr/>
          <a:lstStyle/>
          <a:p>
            <a:pPr marL="350838" indent="-342900" algn="just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s-PE" dirty="0">
                <a:latin typeface="+mn-lt"/>
                <a:sym typeface="Arial" charset="0"/>
              </a:rPr>
              <a:t>Selectores</a:t>
            </a:r>
          </a:p>
          <a:p>
            <a:pPr marL="360363" algn="just"/>
            <a:endParaRPr lang="es-PE" dirty="0"/>
          </a:p>
          <a:p>
            <a:pPr marL="360363" algn="just"/>
            <a:r>
              <a:rPr lang="es-PE" dirty="0"/>
              <a:t>Permiten acceder de una manera rápida y sencilla a un elemento o grupo de elementos del DOM y luego poder aplicar sobre los mismos cualquier tipo de instrucción, evento, animación, etc.</a:t>
            </a:r>
          </a:p>
          <a:p>
            <a:pPr marL="352425"/>
            <a:endParaRPr lang="es-PE" dirty="0">
              <a:latin typeface="+mn-lt"/>
            </a:endParaRP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743200" y="3810000"/>
            <a:ext cx="3352800" cy="244542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01195929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03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jQuery</a:t>
            </a:r>
            <a:endParaRPr lang="es-PE" altLang="es-PE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09600" y="1447800"/>
            <a:ext cx="7918450" cy="770467"/>
          </a:xfrm>
        </p:spPr>
        <p:txBody>
          <a:bodyPr/>
          <a:lstStyle/>
          <a:p>
            <a:pPr marL="350838" indent="-342900" algn="just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dirty="0" err="1">
                <a:latin typeface="+mn-lt"/>
              </a:rPr>
              <a:t>Eventos</a:t>
            </a:r>
            <a:endParaRPr lang="es-PE" dirty="0">
              <a:latin typeface="+mn-lt"/>
            </a:endParaRPr>
          </a:p>
          <a:p>
            <a:endParaRPr lang="es-PE" dirty="0"/>
          </a:p>
        </p:txBody>
      </p:sp>
      <p:graphicFrame>
        <p:nvGraphicFramePr>
          <p:cNvPr id="5" name="Tab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354106"/>
              </p:ext>
            </p:extLst>
          </p:nvPr>
        </p:nvGraphicFramePr>
        <p:xfrm>
          <a:off x="1219200" y="2057400"/>
          <a:ext cx="7128792" cy="3787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33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s-PE" sz="1200" dirty="0"/>
                        <a:t>EVENTO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200" dirty="0"/>
                        <a:t>DESCRIPCIÓN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7742">
                <a:tc>
                  <a:txBody>
                    <a:bodyPr/>
                    <a:lstStyle/>
                    <a:p>
                      <a:r>
                        <a:rPr lang="es-PE" sz="1200" dirty="0" err="1"/>
                        <a:t>click</a:t>
                      </a:r>
                      <a:r>
                        <a:rPr lang="es-PE" sz="1200" dirty="0"/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PE" sz="1200" dirty="0"/>
                        <a:t>Ocurre cuando se produce un clic en un elemento de la página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8728">
                <a:tc>
                  <a:txBody>
                    <a:bodyPr/>
                    <a:lstStyle/>
                    <a:p>
                      <a:r>
                        <a:rPr lang="es-PE" sz="1200" dirty="0" err="1"/>
                        <a:t>dblclick</a:t>
                      </a:r>
                      <a:r>
                        <a:rPr lang="es-PE" sz="1200" dirty="0"/>
                        <a:t>()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PE" sz="1200" dirty="0"/>
                        <a:t>Ocurre cuando se produce un doble </a:t>
                      </a:r>
                      <a:r>
                        <a:rPr lang="es-PE" sz="1200" dirty="0" smtClean="0"/>
                        <a:t>clic </a:t>
                      </a:r>
                      <a:r>
                        <a:rPr lang="es-PE" sz="1200" dirty="0"/>
                        <a:t>sobre un elemento de la página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880">
                <a:tc>
                  <a:txBody>
                    <a:bodyPr/>
                    <a:lstStyle/>
                    <a:p>
                      <a:r>
                        <a:rPr lang="es-PE" sz="1200" dirty="0" err="1"/>
                        <a:t>mousedown</a:t>
                      </a:r>
                      <a:r>
                        <a:rPr lang="es-PE" sz="1200" dirty="0"/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PE" sz="1200" dirty="0"/>
                        <a:t>Ocurre cuando se hace clic, en el momento que se presiona el botón.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7742">
                <a:tc>
                  <a:txBody>
                    <a:bodyPr/>
                    <a:lstStyle/>
                    <a:p>
                      <a:r>
                        <a:rPr lang="es-PE" sz="1200" dirty="0" err="1"/>
                        <a:t>mouseup</a:t>
                      </a:r>
                      <a:r>
                        <a:rPr lang="es-PE" sz="1200" dirty="0"/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PE" sz="1200" dirty="0"/>
                        <a:t>Ocurre cuando se hace clic y luego se suelta un botón del mouse.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8728">
                <a:tc>
                  <a:txBody>
                    <a:bodyPr/>
                    <a:lstStyle/>
                    <a:p>
                      <a:r>
                        <a:rPr lang="es-PE" sz="1200" dirty="0" err="1"/>
                        <a:t>mouseenter</a:t>
                      </a:r>
                      <a:r>
                        <a:rPr lang="es-PE" sz="1200" dirty="0"/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PE" sz="1200" dirty="0"/>
                        <a:t>Ocurre al situar el mouse encima de un elemento de la página.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8728">
                <a:tc>
                  <a:txBody>
                    <a:bodyPr/>
                    <a:lstStyle/>
                    <a:p>
                      <a:r>
                        <a:rPr lang="es-PE" sz="1200" dirty="0" err="1"/>
                        <a:t>mouseleave</a:t>
                      </a:r>
                      <a:r>
                        <a:rPr lang="es-PE" sz="1200" dirty="0"/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PE" sz="1200" dirty="0"/>
                        <a:t>Ocurre cuando el mouse sale de encima de un elemento de la página.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8728">
                <a:tc>
                  <a:txBody>
                    <a:bodyPr/>
                    <a:lstStyle/>
                    <a:p>
                      <a:r>
                        <a:rPr lang="es-PE" sz="1200" dirty="0" err="1"/>
                        <a:t>mousemove</a:t>
                      </a:r>
                      <a:r>
                        <a:rPr lang="es-PE" sz="1200" dirty="0"/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ES" sz="1200" dirty="0"/>
                        <a:t>Ocurre al mover el mouse sobre un elemento de la página.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8728">
                <a:tc>
                  <a:txBody>
                    <a:bodyPr/>
                    <a:lstStyle/>
                    <a:p>
                      <a:r>
                        <a:rPr lang="es-PE" sz="1200" dirty="0" err="1"/>
                        <a:t>mouseout</a:t>
                      </a:r>
                      <a:r>
                        <a:rPr lang="es-PE" sz="1200" dirty="0"/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ES" sz="1200" dirty="0"/>
                        <a:t>Ocurre</a:t>
                      </a:r>
                      <a:r>
                        <a:rPr lang="es-ES" sz="1200" baseline="0" dirty="0"/>
                        <a:t> </a:t>
                      </a:r>
                      <a:r>
                        <a:rPr lang="es-ES" sz="1200" dirty="0"/>
                        <a:t>cuando el usuario sale con el mouse de la superficie de un elemento</a:t>
                      </a:r>
                      <a:r>
                        <a:rPr lang="es-ES" sz="1200" baseline="0" dirty="0"/>
                        <a:t> de la página.</a:t>
                      </a:r>
                      <a:endParaRPr lang="es-E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8728">
                <a:tc>
                  <a:txBody>
                    <a:bodyPr/>
                    <a:lstStyle/>
                    <a:p>
                      <a:r>
                        <a:rPr lang="es-PE" sz="1200" dirty="0" err="1"/>
                        <a:t>mouseover</a:t>
                      </a:r>
                      <a:r>
                        <a:rPr lang="es-PE" sz="1200" dirty="0"/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ES" sz="1200" dirty="0"/>
                        <a:t>Ocurre cuando el mouse está sobre un elemento de la página.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8728">
                <a:tc>
                  <a:txBody>
                    <a:bodyPr/>
                    <a:lstStyle/>
                    <a:p>
                      <a:r>
                        <a:rPr lang="es-PE" sz="1200" dirty="0" err="1"/>
                        <a:t>toogle</a:t>
                      </a:r>
                      <a:r>
                        <a:rPr lang="es-PE" sz="1200" dirty="0"/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ES" sz="1200" dirty="0"/>
                        <a:t>Sirve para indicar dos o más funciones para ejecutar acciones al hacer clic</a:t>
                      </a:r>
                      <a:r>
                        <a:rPr lang="es-PE" sz="1200" dirty="0"/>
                        <a:t>.</a:t>
                      </a:r>
                      <a:endParaRPr lang="es-E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7872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200" dirty="0" err="1"/>
                        <a:t>hover</a:t>
                      </a:r>
                      <a:r>
                        <a:rPr lang="es-PE" sz="1200" dirty="0"/>
                        <a:t>()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200" dirty="0"/>
                        <a:t>Sirve para manejar dos eventos: cuando el mouse</a:t>
                      </a:r>
                      <a:r>
                        <a:rPr lang="es-PE" sz="1200" baseline="0" dirty="0"/>
                        <a:t> </a:t>
                      </a:r>
                      <a:r>
                        <a:rPr lang="es-PE" sz="1200" dirty="0"/>
                        <a:t>entra y cuando sale de encima de un elemento.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592496551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03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jQuery</a:t>
            </a:r>
            <a:endParaRPr lang="es-PE" altLang="es-PE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09600" y="1447800"/>
            <a:ext cx="7918450" cy="770467"/>
          </a:xfrm>
        </p:spPr>
        <p:txBody>
          <a:bodyPr/>
          <a:lstStyle/>
          <a:p>
            <a:pPr marL="350838" indent="-342900" algn="just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dirty="0" err="1">
                <a:latin typeface="+mn-lt"/>
              </a:rPr>
              <a:t>Eventos</a:t>
            </a:r>
            <a:endParaRPr lang="es-PE" dirty="0">
              <a:latin typeface="+mn-lt"/>
            </a:endParaRPr>
          </a:p>
          <a:p>
            <a:pPr marL="350838" indent="-342900" algn="just"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es-PE" dirty="0">
              <a:latin typeface="+mn-lt"/>
            </a:endParaRPr>
          </a:p>
        </p:txBody>
      </p:sp>
      <p:graphicFrame>
        <p:nvGraphicFramePr>
          <p:cNvPr id="6" name="Tab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31861"/>
              </p:ext>
            </p:extLst>
          </p:nvPr>
        </p:nvGraphicFramePr>
        <p:xfrm>
          <a:off x="1029587" y="2133600"/>
          <a:ext cx="7498463" cy="27127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54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434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6024">
                <a:tc>
                  <a:txBody>
                    <a:bodyPr/>
                    <a:lstStyle/>
                    <a:p>
                      <a:pPr algn="ctr"/>
                      <a:r>
                        <a:rPr lang="es-PE" sz="1400" dirty="0"/>
                        <a:t>EVENTO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400" dirty="0"/>
                        <a:t>DESCRIPCIÓN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8165"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es-PE" sz="1400" kern="1200" dirty="0" err="1"/>
                        <a:t>keydown</a:t>
                      </a:r>
                      <a:r>
                        <a:rPr kumimoji="0" lang="es-PE" sz="1400" kern="1200" dirty="0"/>
                        <a:t>() </a:t>
                      </a:r>
                      <a:endParaRPr kumimoji="0" lang="es-PE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just" rtl="0" eaLnBrk="1" latinLnBrk="0" hangingPunct="1"/>
                      <a:r>
                        <a:rPr kumimoji="0" lang="es-PE" sz="1400" kern="1200" dirty="0"/>
                        <a:t>Este evento se produce en el momento que se presiona una tecla. Se produce una única vez en el momento exacto de la presión,</a:t>
                      </a:r>
                      <a:r>
                        <a:rPr kumimoji="0" lang="es-PE" sz="1400" kern="1200" baseline="0" dirty="0"/>
                        <a:t> ocurre</a:t>
                      </a:r>
                      <a:r>
                        <a:rPr kumimoji="0" lang="es-ES" sz="1400" kern="1200" dirty="0"/>
                        <a:t> después de escribir el </a:t>
                      </a:r>
                      <a:r>
                        <a:rPr kumimoji="0" lang="es-ES" sz="1400" kern="1200" dirty="0" err="1" smtClean="0"/>
                        <a:t>caracter</a:t>
                      </a:r>
                      <a:r>
                        <a:rPr kumimoji="0" lang="es-ES" sz="1400" kern="1200" dirty="0" smtClean="0"/>
                        <a:t> </a:t>
                      </a:r>
                      <a:r>
                        <a:rPr kumimoji="0" lang="es-ES" sz="1400" kern="1200" dirty="0"/>
                        <a:t>en pantalla.</a:t>
                      </a:r>
                      <a:endParaRPr kumimoji="0" lang="es-PE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8072"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es-PE" sz="1400" kern="1200" dirty="0" err="1"/>
                        <a:t>keypress</a:t>
                      </a:r>
                      <a:r>
                        <a:rPr kumimoji="0" lang="es-PE" sz="1400" kern="1200" dirty="0"/>
                        <a:t>() </a:t>
                      </a:r>
                      <a:endParaRPr kumimoji="0" lang="es-PE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just" rtl="0" eaLnBrk="1" latinLnBrk="0" hangingPunct="1"/>
                      <a:r>
                        <a:rPr kumimoji="0" lang="es-PE" sz="1400" kern="1200" dirty="0"/>
                        <a:t>Este evento se produce en el momento que se presiona una tecla. Es parecido al evento </a:t>
                      </a:r>
                      <a:r>
                        <a:rPr kumimoji="0" lang="es-PE" sz="1400" kern="1200" dirty="0" err="1"/>
                        <a:t>keydown</a:t>
                      </a:r>
                      <a:r>
                        <a:rPr kumimoji="0" lang="es-PE" sz="1400" kern="1200" dirty="0"/>
                        <a:t>, pero </a:t>
                      </a:r>
                      <a:r>
                        <a:rPr kumimoji="0" lang="es-PE" sz="1400" kern="1200" dirty="0" err="1"/>
                        <a:t>keypress</a:t>
                      </a:r>
                      <a:r>
                        <a:rPr kumimoji="0" lang="es-PE" sz="1400" kern="1200" dirty="0"/>
                        <a:t> </a:t>
                      </a:r>
                      <a:r>
                        <a:rPr kumimoji="0" lang="es-ES" sz="1400" kern="1200" dirty="0"/>
                        <a:t>se lanza antes de escribir el </a:t>
                      </a:r>
                      <a:r>
                        <a:rPr kumimoji="0" lang="es-ES" sz="1400" kern="1200" dirty="0" err="1"/>
                        <a:t>caracter</a:t>
                      </a:r>
                      <a:r>
                        <a:rPr kumimoji="0" lang="es-ES" sz="1400" kern="1200" dirty="0"/>
                        <a:t> en pantalla. </a:t>
                      </a:r>
                      <a:endParaRPr kumimoji="0" lang="es-PE" sz="1400" kern="1200" dirty="0"/>
                    </a:p>
                    <a:p>
                      <a:pPr marL="0" algn="just" rtl="0" eaLnBrk="1" latinLnBrk="0" hangingPunct="1"/>
                      <a:r>
                        <a:rPr kumimoji="0" lang="es-PE" sz="1400" kern="1200" dirty="0"/>
                        <a:t>Se ejecuta una vez como respuesta a una pulsación e inmediata liberación de la tecla, o varias veces si se pulsa una tecla y se mantiene pulsada.</a:t>
                      </a:r>
                      <a:endParaRPr kumimoji="0" lang="es-PE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38"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es-PE" sz="1400" kern="1200" dirty="0" err="1"/>
                        <a:t>keyup</a:t>
                      </a:r>
                      <a:r>
                        <a:rPr kumimoji="0" lang="es-PE" sz="1400" kern="1200" dirty="0"/>
                        <a:t>()</a:t>
                      </a:r>
                      <a:endParaRPr kumimoji="0" lang="es-PE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just" rtl="0" eaLnBrk="1" latinLnBrk="0" hangingPunct="1"/>
                      <a:r>
                        <a:rPr kumimoji="0" lang="es-PE" sz="1400" kern="1200" dirty="0"/>
                        <a:t>Ocurre en el momento de liberar una tecla, es decir, al dejar de presionar una tecla que se tenía pulsada.</a:t>
                      </a:r>
                      <a:endParaRPr kumimoji="0" lang="es-PE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062994382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03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JSON: creación y uso</a:t>
            </a:r>
            <a:endParaRPr lang="es-PE" altLang="es-PE" dirty="0"/>
          </a:p>
        </p:txBody>
      </p:sp>
      <p:sp>
        <p:nvSpPr>
          <p:cNvPr id="2" name="Marcador de contenido 1"/>
          <p:cNvSpPr>
            <a:spLocks noGrp="1"/>
          </p:cNvSpPr>
          <p:nvPr>
            <p:ph idx="1"/>
          </p:nvPr>
        </p:nvSpPr>
        <p:spPr>
          <a:xfrm>
            <a:off x="609600" y="1447800"/>
            <a:ext cx="7918450" cy="4738220"/>
          </a:xfrm>
        </p:spPr>
        <p:txBody>
          <a:bodyPr/>
          <a:lstStyle/>
          <a:p>
            <a:pPr marL="0" indent="0" algn="just">
              <a:lnSpc>
                <a:spcPct val="115000"/>
              </a:lnSpc>
              <a:spcAft>
                <a:spcPts val="1000"/>
              </a:spcAft>
            </a:pPr>
            <a:r>
              <a:rPr lang="es-PE" sz="1800" dirty="0"/>
              <a:t>(JavaScript </a:t>
            </a:r>
            <a:r>
              <a:rPr lang="es-PE" sz="1800" dirty="0" err="1"/>
              <a:t>Object</a:t>
            </a:r>
            <a:r>
              <a:rPr lang="es-PE" sz="1800" dirty="0"/>
              <a:t> </a:t>
            </a:r>
            <a:r>
              <a:rPr lang="es-PE" sz="1800" dirty="0" err="1"/>
              <a:t>Notation</a:t>
            </a:r>
            <a:r>
              <a:rPr lang="es-PE" sz="1800" dirty="0"/>
              <a:t> - Notación de </a:t>
            </a:r>
            <a:r>
              <a:rPr lang="es-PE" sz="1800" dirty="0"/>
              <a:t>o</a:t>
            </a:r>
            <a:r>
              <a:rPr lang="es-PE" sz="1800" dirty="0" smtClean="0"/>
              <a:t>bjetos </a:t>
            </a:r>
            <a:r>
              <a:rPr lang="es-PE" sz="1800" dirty="0"/>
              <a:t>de JavaScript) es un formato ligero de intercambio de datos. Leerlo y escribirlo es simple para humanos, mientras que para las máquinas es simple interpretarlo y generarlo. Está basado en un subconjunto del </a:t>
            </a:r>
            <a:r>
              <a:rPr lang="es-PE" sz="1800" dirty="0" smtClean="0"/>
              <a:t>lenguaje </a:t>
            </a:r>
            <a:r>
              <a:rPr lang="es-PE" sz="1800" dirty="0"/>
              <a:t>de </a:t>
            </a:r>
            <a:r>
              <a:rPr lang="es-PE" sz="1800" dirty="0" smtClean="0"/>
              <a:t>programación </a:t>
            </a:r>
            <a:r>
              <a:rPr lang="es-PE" sz="1800" dirty="0"/>
              <a:t>JavaScript,Standard ECMA-262 3rd </a:t>
            </a:r>
            <a:r>
              <a:rPr lang="es-PE" sz="1800" dirty="0" err="1"/>
              <a:t>Edition</a:t>
            </a:r>
            <a:r>
              <a:rPr lang="es-PE" sz="1800" dirty="0"/>
              <a:t> - Diciembre 1999. </a:t>
            </a:r>
            <a:endParaRPr lang="es-PE" sz="1800" dirty="0">
              <a:latin typeface="Times New Roman"/>
              <a:ea typeface="Times New Roman"/>
            </a:endParaRPr>
          </a:p>
          <a:p>
            <a:pPr algn="just"/>
            <a:endParaRPr lang="es-PE" sz="1800" dirty="0">
              <a:latin typeface="+mn-lt"/>
              <a:ea typeface="Times New Roman"/>
            </a:endParaRPr>
          </a:p>
          <a:p>
            <a:r>
              <a:rPr lang="es-PE" sz="1800" b="1" dirty="0">
                <a:latin typeface="+mn-lt"/>
              </a:rPr>
              <a:t>JSON está constituido por dos estructuras:</a:t>
            </a:r>
          </a:p>
          <a:p>
            <a:r>
              <a:rPr lang="es-PE" sz="1800" dirty="0">
                <a:latin typeface="+mn-lt"/>
              </a:rPr>
              <a:t> </a:t>
            </a:r>
          </a:p>
          <a:p>
            <a:pPr marL="342900" lvl="1" indent="-342900" algn="just" eaLnBrk="1" hangingPunct="1">
              <a:buFont typeface="Arial" panose="020B0604020202020204" pitchFamily="34" charset="0"/>
              <a:buChar char="•"/>
            </a:pPr>
            <a:r>
              <a:rPr lang="es-PE" sz="1800" dirty="0">
                <a:ea typeface="+mn-ea"/>
                <a:cs typeface="+mn-cs"/>
                <a:sym typeface="Arial" charset="0"/>
              </a:rPr>
              <a:t>Una colección de pares de nombre/valor </a:t>
            </a:r>
          </a:p>
          <a:p>
            <a:pPr marL="342900" lvl="1" indent="-342900" algn="just" eaLnBrk="1" hangingPunct="1">
              <a:buFont typeface="Arial" panose="020B0604020202020204" pitchFamily="34" charset="0"/>
              <a:buChar char="•"/>
            </a:pPr>
            <a:endParaRPr lang="es-PE" sz="1800" dirty="0">
              <a:ea typeface="+mn-ea"/>
              <a:cs typeface="+mn-cs"/>
              <a:sym typeface="Arial" charset="0"/>
            </a:endParaRPr>
          </a:p>
          <a:p>
            <a:pPr marL="342900" lvl="1" indent="-342900" algn="just" eaLnBrk="1" hangingPunct="1">
              <a:buFont typeface="Arial" panose="020B0604020202020204" pitchFamily="34" charset="0"/>
              <a:buChar char="•"/>
            </a:pPr>
            <a:endParaRPr lang="es-PE" sz="1800" dirty="0">
              <a:ea typeface="+mn-ea"/>
              <a:cs typeface="+mn-cs"/>
              <a:sym typeface="Arial" charset="0"/>
            </a:endParaRPr>
          </a:p>
          <a:p>
            <a:pPr marL="342900" lvl="1" indent="-342900" algn="just" eaLnBrk="1" hangingPunct="1">
              <a:buFont typeface="Arial" panose="020B0604020202020204" pitchFamily="34" charset="0"/>
              <a:buChar char="•"/>
            </a:pPr>
            <a:r>
              <a:rPr lang="es-PE" sz="1800" dirty="0">
                <a:ea typeface="+mn-ea"/>
                <a:cs typeface="+mn-cs"/>
                <a:sym typeface="Arial" charset="0"/>
              </a:rPr>
              <a:t>Una lista ordenada de valores </a:t>
            </a:r>
          </a:p>
          <a:p>
            <a:pPr algn="just"/>
            <a:endParaRPr lang="es-PE" sz="1800" dirty="0">
              <a:latin typeface="+mn-lt"/>
              <a:ea typeface="Times New Roman"/>
            </a:endParaRPr>
          </a:p>
          <a:p>
            <a:pPr algn="just"/>
            <a:endParaRPr lang="es-PE" sz="1800" dirty="0">
              <a:latin typeface="+mn-lt"/>
            </a:endParaRPr>
          </a:p>
        </p:txBody>
      </p:sp>
      <p:pic>
        <p:nvPicPr>
          <p:cNvPr id="6" name="Picture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4129166"/>
            <a:ext cx="2819911" cy="50530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8951" y="5029200"/>
            <a:ext cx="4404049" cy="12192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18243361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03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JSON: creación y uso</a:t>
            </a:r>
            <a:endParaRPr lang="es-PE" altLang="es-PE" dirty="0"/>
          </a:p>
        </p:txBody>
      </p:sp>
      <p:sp>
        <p:nvSpPr>
          <p:cNvPr id="2" name="Marcador de contenido 1"/>
          <p:cNvSpPr>
            <a:spLocks noGrp="1"/>
          </p:cNvSpPr>
          <p:nvPr>
            <p:ph idx="1"/>
          </p:nvPr>
        </p:nvSpPr>
        <p:spPr>
          <a:xfrm>
            <a:off x="609600" y="1447800"/>
            <a:ext cx="7918450" cy="770467"/>
          </a:xfrm>
        </p:spPr>
        <p:txBody>
          <a:bodyPr/>
          <a:lstStyle/>
          <a:p>
            <a:pPr marL="350838" indent="-342900" algn="just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s-PE" dirty="0">
                <a:latin typeface="+mn-lt"/>
              </a:rPr>
              <a:t>Objeto complejo:</a:t>
            </a:r>
          </a:p>
          <a:p>
            <a:endParaRPr lang="es-PE" dirty="0"/>
          </a:p>
        </p:txBody>
      </p:sp>
      <p:pic>
        <p:nvPicPr>
          <p:cNvPr id="5" name="Picture 1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2362200"/>
            <a:ext cx="5377314" cy="12192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45900976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03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AJAX con </a:t>
            </a:r>
            <a:r>
              <a:rPr lang="en-US" dirty="0" smtClean="0"/>
              <a:t>jQuery</a:t>
            </a:r>
            <a:endParaRPr lang="es-PE" altLang="es-PE" dirty="0"/>
          </a:p>
        </p:txBody>
      </p:sp>
      <p:sp>
        <p:nvSpPr>
          <p:cNvPr id="2" name="Marcador de contenido 1"/>
          <p:cNvSpPr>
            <a:spLocks noGrp="1"/>
          </p:cNvSpPr>
          <p:nvPr>
            <p:ph idx="1"/>
          </p:nvPr>
        </p:nvSpPr>
        <p:spPr>
          <a:xfrm>
            <a:off x="609600" y="1447800"/>
            <a:ext cx="7918450" cy="4853636"/>
          </a:xfrm>
        </p:spPr>
        <p:txBody>
          <a:bodyPr/>
          <a:lstStyle/>
          <a:p>
            <a:pPr marL="342900" lvl="0" indent="-342900" algn="just">
              <a:spcBef>
                <a:spcPts val="700"/>
              </a:spcBef>
              <a:buClr>
                <a:srgbClr val="DA1F28"/>
              </a:buClr>
              <a:buSzPct val="100000"/>
              <a:buFont typeface="Arial" panose="020B0604020202020204" pitchFamily="34" charset="0"/>
              <a:buChar char="•"/>
            </a:pPr>
            <a:r>
              <a:rPr lang="es-ES" dirty="0">
                <a:solidFill>
                  <a:prstClr val="black"/>
                </a:solidFill>
                <a:cs typeface="Arial" panose="020B0604020202020204" pitchFamily="34" charset="0"/>
              </a:rPr>
              <a:t>Ajax es una técnica de desarrollo Web para crear aplicaciones interactivas mediante la combinación de tecnologías ya existentes</a:t>
            </a:r>
            <a:r>
              <a:rPr lang="es-ES" dirty="0" smtClean="0">
                <a:solidFill>
                  <a:prstClr val="black"/>
                </a:solidFill>
                <a:cs typeface="Arial" panose="020B0604020202020204" pitchFamily="34" charset="0"/>
              </a:rPr>
              <a:t>:  </a:t>
            </a:r>
            <a:r>
              <a:rPr lang="es-ES" dirty="0">
                <a:solidFill>
                  <a:prstClr val="black"/>
                </a:solidFill>
                <a:cs typeface="Arial" panose="020B0604020202020204" pitchFamily="34" charset="0"/>
              </a:rPr>
              <a:t/>
            </a:r>
            <a:br>
              <a:rPr lang="es-ES" dirty="0">
                <a:solidFill>
                  <a:prstClr val="black"/>
                </a:solidFill>
                <a:cs typeface="Arial" panose="020B0604020202020204" pitchFamily="34" charset="0"/>
              </a:rPr>
            </a:br>
            <a:r>
              <a:rPr lang="es-ES" dirty="0">
                <a:solidFill>
                  <a:prstClr val="black"/>
                </a:solidFill>
                <a:cs typeface="Arial" panose="020B0604020202020204" pitchFamily="34" charset="0"/>
              </a:rPr>
              <a:t>HTML, CSS, XML, JavaScript y algún lenguaje de servidor.</a:t>
            </a:r>
          </a:p>
          <a:p>
            <a:pPr marL="342900" lvl="0" indent="-342900" algn="just">
              <a:spcBef>
                <a:spcPts val="700"/>
              </a:spcBef>
              <a:buClr>
                <a:srgbClr val="DA1F28"/>
              </a:buClr>
              <a:buSzPct val="100000"/>
              <a:buFont typeface="Arial" panose="020B0604020202020204" pitchFamily="34" charset="0"/>
              <a:buChar char="•"/>
            </a:pPr>
            <a:endParaRPr lang="es-ES" dirty="0">
              <a:solidFill>
                <a:prstClr val="black"/>
              </a:solidFill>
              <a:cs typeface="Arial" panose="020B0604020202020204" pitchFamily="34" charset="0"/>
            </a:endParaRPr>
          </a:p>
          <a:p>
            <a:pPr marL="342900" lvl="0" indent="-342900" algn="just">
              <a:spcBef>
                <a:spcPts val="700"/>
              </a:spcBef>
              <a:buClr>
                <a:srgbClr val="DA1F28"/>
              </a:buClr>
              <a:buSzPct val="100000"/>
              <a:buFont typeface="Arial" panose="020B0604020202020204" pitchFamily="34" charset="0"/>
              <a:buChar char="•"/>
            </a:pPr>
            <a:r>
              <a:rPr lang="es-ES" dirty="0">
                <a:solidFill>
                  <a:prstClr val="black"/>
                </a:solidFill>
                <a:cs typeface="Arial" panose="020B0604020202020204" pitchFamily="34" charset="0"/>
              </a:rPr>
              <a:t>Consiste en realizar una comunicación asíncrona con el servidor en segundo plano, de esta forma es posible realizar cambios sobre la misma página sin necesidad de refrescarla.</a:t>
            </a:r>
          </a:p>
          <a:p>
            <a:pPr marL="342900" lvl="0" indent="-342900" algn="just">
              <a:spcBef>
                <a:spcPts val="700"/>
              </a:spcBef>
              <a:buClr>
                <a:srgbClr val="DA1F28"/>
              </a:buClr>
              <a:buSzPct val="100000"/>
              <a:buFont typeface="Arial" panose="020B0604020202020204" pitchFamily="34" charset="0"/>
              <a:buChar char="•"/>
            </a:pPr>
            <a:endParaRPr lang="es-ES" dirty="0">
              <a:solidFill>
                <a:prstClr val="black"/>
              </a:solidFill>
              <a:cs typeface="Arial" panose="020B0604020202020204" pitchFamily="34" charset="0"/>
            </a:endParaRPr>
          </a:p>
          <a:p>
            <a:pPr marL="342900" lvl="0" indent="-342900" algn="just">
              <a:spcBef>
                <a:spcPts val="700"/>
              </a:spcBef>
              <a:buClr>
                <a:srgbClr val="DA1F28"/>
              </a:buClr>
              <a:buSzPct val="100000"/>
              <a:buFont typeface="Arial" panose="020B0604020202020204" pitchFamily="34" charset="0"/>
              <a:buChar char="•"/>
            </a:pPr>
            <a:r>
              <a:rPr lang="es-ES" dirty="0">
                <a:solidFill>
                  <a:prstClr val="black"/>
                </a:solidFill>
                <a:cs typeface="Arial" panose="020B0604020202020204" pitchFamily="34" charset="0"/>
              </a:rPr>
              <a:t>Esto significa aumentar la interactividad, velocidad y usabilidad en las aplicaciones.</a:t>
            </a:r>
            <a:endParaRPr lang="en-US" dirty="0">
              <a:solidFill>
                <a:prstClr val="black"/>
              </a:solidFill>
              <a:cs typeface="Arial" panose="020B0604020202020204" pitchFamily="34" charset="0"/>
            </a:endParaRPr>
          </a:p>
          <a:p>
            <a:endParaRPr lang="es-PE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1675455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03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AJAX con </a:t>
            </a:r>
            <a:r>
              <a:rPr lang="en-US" dirty="0" smtClean="0"/>
              <a:t>jQuery</a:t>
            </a:r>
            <a:endParaRPr lang="es-PE" altLang="es-PE" dirty="0"/>
          </a:p>
        </p:txBody>
      </p:sp>
      <p:sp>
        <p:nvSpPr>
          <p:cNvPr id="2" name="Marcador de contenid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/>
            <a:r>
              <a:rPr lang="es-ES" dirty="0">
                <a:solidFill>
                  <a:prstClr val="black"/>
                </a:solidFill>
                <a:latin typeface="+mn-lt"/>
                <a:cs typeface="Arial" panose="020B0604020202020204" pitchFamily="34" charset="0"/>
              </a:rPr>
              <a:t>Para trabajar con Ajax es necesario manipular el objeto </a:t>
            </a:r>
            <a:r>
              <a:rPr lang="es-ES" dirty="0" err="1">
                <a:solidFill>
                  <a:prstClr val="black"/>
                </a:solidFill>
                <a:latin typeface="+mn-lt"/>
                <a:cs typeface="Arial" panose="020B0604020202020204" pitchFamily="34" charset="0"/>
              </a:rPr>
              <a:t>XMLHttpRequest</a:t>
            </a:r>
            <a:r>
              <a:rPr lang="es-ES" dirty="0">
                <a:solidFill>
                  <a:prstClr val="black"/>
                </a:solidFill>
                <a:latin typeface="+mn-lt"/>
                <a:cs typeface="Arial" panose="020B0604020202020204" pitchFamily="34" charset="0"/>
              </a:rPr>
              <a:t> del navegador, el cual es el Ajax </a:t>
            </a:r>
            <a:r>
              <a:rPr lang="es-ES" dirty="0" err="1">
                <a:solidFill>
                  <a:prstClr val="black"/>
                </a:solidFill>
                <a:latin typeface="+mn-lt"/>
                <a:cs typeface="Arial" panose="020B0604020202020204" pitchFamily="34" charset="0"/>
              </a:rPr>
              <a:t>Engine</a:t>
            </a:r>
            <a:r>
              <a:rPr lang="es-ES" dirty="0">
                <a:solidFill>
                  <a:prstClr val="black"/>
                </a:solidFill>
                <a:latin typeface="+mn-lt"/>
                <a:cs typeface="Arial" panose="020B0604020202020204" pitchFamily="34" charset="0"/>
              </a:rPr>
              <a:t>:</a:t>
            </a:r>
          </a:p>
          <a:p>
            <a:pPr algn="just"/>
            <a:endParaRPr lang="es-PE" dirty="0">
              <a:latin typeface="+mn-lt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438400" y="2590800"/>
            <a:ext cx="3962400" cy="37229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97156513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03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AJAX con </a:t>
            </a:r>
            <a:r>
              <a:rPr lang="en-US" dirty="0" smtClean="0"/>
              <a:t>jQuery</a:t>
            </a:r>
            <a:endParaRPr lang="es-PE" altLang="es-PE" dirty="0"/>
          </a:p>
        </p:txBody>
      </p:sp>
      <p:sp>
        <p:nvSpPr>
          <p:cNvPr id="2" name="Marcador de contenido 1"/>
          <p:cNvSpPr>
            <a:spLocks noGrp="1"/>
          </p:cNvSpPr>
          <p:nvPr>
            <p:ph idx="1"/>
          </p:nvPr>
        </p:nvSpPr>
        <p:spPr>
          <a:xfrm>
            <a:off x="609600" y="1447800"/>
            <a:ext cx="7918450" cy="770467"/>
          </a:xfrm>
        </p:spPr>
        <p:txBody>
          <a:bodyPr/>
          <a:lstStyle/>
          <a:p>
            <a:pPr lvl="0" algn="just"/>
            <a:r>
              <a:rPr lang="es-ES" dirty="0" err="1">
                <a:solidFill>
                  <a:prstClr val="black"/>
                </a:solidFill>
                <a:latin typeface="+mn-lt"/>
                <a:cs typeface="Arial" panose="020B0604020202020204" pitchFamily="34" charset="0"/>
              </a:rPr>
              <a:t>jQuery</a:t>
            </a:r>
            <a:r>
              <a:rPr lang="es-ES" dirty="0">
                <a:solidFill>
                  <a:prstClr val="black"/>
                </a:solidFill>
                <a:latin typeface="+mn-lt"/>
                <a:cs typeface="Arial" panose="020B0604020202020204" pitchFamily="34" charset="0"/>
              </a:rPr>
              <a:t> facilita el trabajo, y provee las siguientes funciones:</a:t>
            </a:r>
            <a:endParaRPr lang="en-US" dirty="0">
              <a:solidFill>
                <a:prstClr val="black"/>
              </a:solidFill>
              <a:latin typeface="+mn-lt"/>
              <a:cs typeface="Arial" panose="020B0604020202020204" pitchFamily="34" charset="0"/>
            </a:endParaRPr>
          </a:p>
          <a:p>
            <a:endParaRPr lang="es-PE" dirty="0"/>
          </a:p>
        </p:txBody>
      </p:sp>
      <p:pic>
        <p:nvPicPr>
          <p:cNvPr id="5" name="Imagen 2"/>
          <p:cNvPicPr>
            <a:picLocks noChangeAspect="1"/>
          </p:cNvPicPr>
          <p:nvPr/>
        </p:nvPicPr>
        <p:blipFill>
          <a:blip r:embed="rId4" cstate="print"/>
          <a:srcRect t="11798" b="19775"/>
          <a:stretch>
            <a:fillRect/>
          </a:stretch>
        </p:blipFill>
        <p:spPr>
          <a:xfrm>
            <a:off x="1729781" y="2362200"/>
            <a:ext cx="5760640" cy="2620429"/>
          </a:xfrm>
          <a:prstGeom prst="rect">
            <a:avLst/>
          </a:prstGeom>
          <a:ln>
            <a:solidFill>
              <a:srgbClr val="464646"/>
            </a:solidFill>
          </a:ln>
          <a:effectLst/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7541467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030"/>
          <p:cNvSpPr>
            <a:spLocks noGrp="1" noChangeArrowheads="1"/>
          </p:cNvSpPr>
          <p:nvPr>
            <p:ph type="title"/>
          </p:nvPr>
        </p:nvSpPr>
        <p:spPr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r>
              <a:rPr lang="es-PE" altLang="zh-CN" dirty="0">
                <a:ea typeface="SimSun" pitchFamily="2" charset="-122"/>
              </a:rPr>
              <a:t>Ejercicio </a:t>
            </a:r>
            <a:r>
              <a:rPr lang="es-PE" altLang="zh-CN" dirty="0" err="1">
                <a:ea typeface="SimSun" pitchFamily="2" charset="-122"/>
              </a:rPr>
              <a:t>Nº</a:t>
            </a:r>
            <a:r>
              <a:rPr lang="es-PE" altLang="zh-CN" dirty="0">
                <a:ea typeface="SimSun" pitchFamily="2" charset="-122"/>
              </a:rPr>
              <a:t> 3.1: </a:t>
            </a:r>
            <a:r>
              <a:rPr lang="es-ES" dirty="0"/>
              <a:t>Implementar </a:t>
            </a:r>
            <a:r>
              <a:rPr lang="es-ES" dirty="0" err="1"/>
              <a:t>namespace</a:t>
            </a:r>
            <a:r>
              <a:rPr lang="es-ES" dirty="0"/>
              <a:t> </a:t>
            </a:r>
            <a:r>
              <a:rPr lang="es-ES" dirty="0" err="1" smtClean="0"/>
              <a:t>pattern</a:t>
            </a:r>
            <a:endParaRPr lang="es-PE" altLang="zh-CN" dirty="0">
              <a:ea typeface="SimSun" pitchFamily="2" charset="-122"/>
            </a:endParaRPr>
          </a:p>
        </p:txBody>
      </p:sp>
      <p:sp>
        <p:nvSpPr>
          <p:cNvPr id="2" name="Marcador de contenido 1"/>
          <p:cNvSpPr>
            <a:spLocks noGrp="1"/>
          </p:cNvSpPr>
          <p:nvPr>
            <p:ph idx="1"/>
          </p:nvPr>
        </p:nvSpPr>
        <p:spPr>
          <a:xfrm>
            <a:off x="609600" y="1508056"/>
            <a:ext cx="7918450" cy="2734082"/>
          </a:xfrm>
        </p:spPr>
        <p:txBody>
          <a:bodyPr/>
          <a:lstStyle/>
          <a:p>
            <a:pPr marL="0" indent="0" algn="just" eaLnBrk="1" hangingPunct="1"/>
            <a:r>
              <a:rPr lang="es-ES" dirty="0"/>
              <a:t>Implementar </a:t>
            </a:r>
            <a:r>
              <a:rPr lang="es-ES" dirty="0" err="1"/>
              <a:t>namespace</a:t>
            </a:r>
            <a:r>
              <a:rPr lang="es-ES" dirty="0"/>
              <a:t> </a:t>
            </a:r>
            <a:r>
              <a:rPr lang="es-ES" dirty="0" err="1"/>
              <a:t>pattern</a:t>
            </a:r>
            <a:r>
              <a:rPr lang="es-ES" dirty="0"/>
              <a:t>.</a:t>
            </a:r>
            <a:endParaRPr lang="es-PE" dirty="0"/>
          </a:p>
          <a:p>
            <a:pPr marL="0" indent="0" algn="just" eaLnBrk="1" hangingPunct="1">
              <a:buNone/>
            </a:pPr>
            <a:r>
              <a:rPr lang="es-PE" altLang="zh-CN" dirty="0">
                <a:ea typeface="SimSun" pitchFamily="2" charset="-122"/>
              </a:rPr>
              <a:t/>
            </a:r>
            <a:br>
              <a:rPr lang="es-PE" altLang="zh-CN" dirty="0">
                <a:ea typeface="SimSun" pitchFamily="2" charset="-122"/>
              </a:rPr>
            </a:br>
            <a:r>
              <a:rPr lang="es-PE" altLang="zh-CN" dirty="0">
                <a:ea typeface="SimSun" pitchFamily="2" charset="-122"/>
              </a:rPr>
              <a:t>Al finalizar el laboratorio, el alumno logrará:</a:t>
            </a:r>
          </a:p>
          <a:p>
            <a:pPr marL="0" indent="0" algn="just" eaLnBrk="1" hangingPunct="1"/>
            <a:endParaRPr lang="es-PE" altLang="zh-CN" dirty="0">
              <a:ea typeface="SimSun" pitchFamily="2" charset="-122"/>
            </a:endParaRPr>
          </a:p>
          <a:p>
            <a:pPr marL="342900" lvl="1" indent="-342900" algn="just" eaLnBrk="1" hangingPunct="1">
              <a:buFont typeface="Arial" panose="020B0604020202020204" pitchFamily="34" charset="0"/>
              <a:buChar char="•"/>
            </a:pPr>
            <a:r>
              <a:rPr lang="en-US" altLang="zh-CN" dirty="0" err="1"/>
              <a:t>Entender</a:t>
            </a:r>
            <a:r>
              <a:rPr lang="en-US" altLang="zh-CN" dirty="0"/>
              <a:t> el </a:t>
            </a:r>
            <a:r>
              <a:rPr lang="en-US" altLang="zh-CN" dirty="0" err="1"/>
              <a:t>uso</a:t>
            </a:r>
            <a:r>
              <a:rPr lang="en-US" altLang="zh-CN" dirty="0"/>
              <a:t> del namespace pattern.</a:t>
            </a:r>
          </a:p>
          <a:p>
            <a:pPr marL="342900" lvl="1" indent="-342900" algn="just" eaLnBrk="1" hangingPunct="1">
              <a:buFont typeface="Arial" panose="020B0604020202020204" pitchFamily="34" charset="0"/>
              <a:buChar char="•"/>
            </a:pPr>
            <a:endParaRPr lang="es-PE" altLang="zh-CN" dirty="0"/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049569537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030"/>
          <p:cNvSpPr>
            <a:spLocks noGrp="1" noChangeArrowheads="1"/>
          </p:cNvSpPr>
          <p:nvPr>
            <p:ph type="title"/>
          </p:nvPr>
        </p:nvSpPr>
        <p:spPr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r>
              <a:rPr lang="es-PE" altLang="zh-CN" dirty="0">
                <a:ea typeface="SimSun" pitchFamily="2" charset="-122"/>
              </a:rPr>
              <a:t>Ejercicio </a:t>
            </a:r>
            <a:r>
              <a:rPr lang="es-PE" altLang="zh-CN" dirty="0" err="1">
                <a:ea typeface="SimSun" pitchFamily="2" charset="-122"/>
              </a:rPr>
              <a:t>Nº</a:t>
            </a:r>
            <a:r>
              <a:rPr lang="es-PE" altLang="zh-CN" dirty="0">
                <a:ea typeface="SimSun" pitchFamily="2" charset="-122"/>
              </a:rPr>
              <a:t> 3.2: </a:t>
            </a:r>
            <a:r>
              <a:rPr lang="es-ES" dirty="0"/>
              <a:t>Uso de controles personalizados de </a:t>
            </a:r>
            <a:r>
              <a:rPr lang="es-ES" dirty="0" smtClean="0"/>
              <a:t>video </a:t>
            </a:r>
            <a:r>
              <a:rPr lang="es-ES" dirty="0"/>
              <a:t>en HTML5</a:t>
            </a:r>
            <a:endParaRPr lang="es-PE" altLang="zh-CN" dirty="0">
              <a:ea typeface="SimSun" pitchFamily="2" charset="-122"/>
            </a:endParaRPr>
          </a:p>
        </p:txBody>
      </p:sp>
      <p:sp>
        <p:nvSpPr>
          <p:cNvPr id="2" name="Marcador de contenido 1"/>
          <p:cNvSpPr>
            <a:spLocks noGrp="1"/>
          </p:cNvSpPr>
          <p:nvPr>
            <p:ph idx="1"/>
          </p:nvPr>
        </p:nvSpPr>
        <p:spPr>
          <a:xfrm>
            <a:off x="609600" y="1508056"/>
            <a:ext cx="7918450" cy="3411190"/>
          </a:xfrm>
        </p:spPr>
        <p:txBody>
          <a:bodyPr/>
          <a:lstStyle/>
          <a:p>
            <a:pPr marL="0" indent="0" algn="just" eaLnBrk="1" hangingPunct="1"/>
            <a:r>
              <a:rPr lang="es-ES" dirty="0"/>
              <a:t>Personalizar los controles de reproducción de un video en HTML5 .</a:t>
            </a:r>
            <a:endParaRPr lang="es-PE" dirty="0"/>
          </a:p>
          <a:p>
            <a:pPr marL="0" indent="0" algn="just" eaLnBrk="1" hangingPunct="1">
              <a:buNone/>
            </a:pPr>
            <a:r>
              <a:rPr lang="es-PE" altLang="zh-CN" dirty="0">
                <a:ea typeface="SimSun" pitchFamily="2" charset="-122"/>
              </a:rPr>
              <a:t/>
            </a:r>
            <a:br>
              <a:rPr lang="es-PE" altLang="zh-CN" dirty="0">
                <a:ea typeface="SimSun" pitchFamily="2" charset="-122"/>
              </a:rPr>
            </a:br>
            <a:r>
              <a:rPr lang="es-PE" altLang="zh-CN" dirty="0">
                <a:ea typeface="SimSun" pitchFamily="2" charset="-122"/>
              </a:rPr>
              <a:t>Al finalizar el laboratorio, el alumno logrará:</a:t>
            </a:r>
          </a:p>
          <a:p>
            <a:pPr marL="0" indent="0" algn="just" eaLnBrk="1" hangingPunct="1"/>
            <a:endParaRPr lang="es-PE" altLang="zh-CN" dirty="0">
              <a:ea typeface="SimSun" pitchFamily="2" charset="-122"/>
            </a:endParaRPr>
          </a:p>
          <a:p>
            <a:pPr marL="342900" lvl="1" indent="-342900" algn="just" eaLnBrk="1" hangingPunct="1">
              <a:buFont typeface="Arial" panose="020B0604020202020204" pitchFamily="34" charset="0"/>
              <a:buChar char="•"/>
            </a:pPr>
            <a:r>
              <a:rPr lang="en-US" altLang="zh-CN" dirty="0" err="1"/>
              <a:t>Implementar</a:t>
            </a:r>
            <a:r>
              <a:rPr lang="en-US" altLang="zh-CN" dirty="0"/>
              <a:t> </a:t>
            </a:r>
            <a:r>
              <a:rPr lang="en-US" altLang="zh-CN" dirty="0" err="1"/>
              <a:t>controles</a:t>
            </a:r>
            <a:r>
              <a:rPr lang="en-US" altLang="zh-CN" dirty="0"/>
              <a:t> </a:t>
            </a:r>
            <a:r>
              <a:rPr lang="en-US" altLang="zh-CN" dirty="0" err="1"/>
              <a:t>personalizados</a:t>
            </a:r>
            <a:r>
              <a:rPr lang="en-US" altLang="zh-CN" dirty="0"/>
              <a:t> de </a:t>
            </a:r>
            <a:r>
              <a:rPr lang="en-US" altLang="zh-CN" dirty="0" err="1"/>
              <a:t>reproducción</a:t>
            </a:r>
            <a:r>
              <a:rPr lang="en-US" altLang="zh-CN" dirty="0"/>
              <a:t> de video con </a:t>
            </a:r>
            <a:r>
              <a:rPr lang="en-US" altLang="zh-CN" dirty="0" smtClean="0"/>
              <a:t>JavaScript.</a:t>
            </a:r>
            <a:endParaRPr lang="en-US" altLang="zh-CN" dirty="0"/>
          </a:p>
          <a:p>
            <a:pPr marL="342900" lvl="1" indent="-342900" algn="just" eaLnBrk="1" hangingPunct="1">
              <a:buFont typeface="Arial" panose="020B0604020202020204" pitchFamily="34" charset="0"/>
              <a:buChar char="•"/>
            </a:pPr>
            <a:endParaRPr lang="es-PE" altLang="zh-CN" dirty="0"/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732308101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030"/>
          <p:cNvSpPr>
            <a:spLocks noGrp="1" noChangeArrowheads="1"/>
          </p:cNvSpPr>
          <p:nvPr>
            <p:ph type="title"/>
          </p:nvPr>
        </p:nvSpPr>
        <p:spPr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r>
              <a:rPr lang="es-PE" altLang="zh-CN" dirty="0">
                <a:latin typeface="+mn-lt"/>
                <a:ea typeface="SimSun" pitchFamily="2" charset="-122"/>
              </a:rPr>
              <a:t>Ejercicio Nº 3.3: Implementar </a:t>
            </a:r>
            <a:r>
              <a:rPr lang="es-PE" altLang="zh-CN" dirty="0" smtClean="0">
                <a:latin typeface="+mn-lt"/>
                <a:ea typeface="SimSun" pitchFamily="2" charset="-122"/>
              </a:rPr>
              <a:t>geolocalización </a:t>
            </a:r>
            <a:r>
              <a:rPr lang="es-PE" altLang="zh-CN" dirty="0">
                <a:latin typeface="+mn-lt"/>
                <a:ea typeface="SimSun" pitchFamily="2" charset="-122"/>
              </a:rPr>
              <a:t>con </a:t>
            </a:r>
            <a:r>
              <a:rPr lang="es-PE" altLang="zh-CN" dirty="0" smtClean="0">
                <a:latin typeface="+mn-lt"/>
                <a:ea typeface="SimSun" pitchFamily="2" charset="-122"/>
              </a:rPr>
              <a:t>JavaScript </a:t>
            </a:r>
            <a:r>
              <a:rPr lang="es-PE" altLang="zh-CN" dirty="0">
                <a:latin typeface="+mn-lt"/>
                <a:ea typeface="SimSun" pitchFamily="2" charset="-122"/>
              </a:rPr>
              <a:t>y Google </a:t>
            </a:r>
            <a:r>
              <a:rPr lang="es-PE" altLang="zh-CN" dirty="0" err="1">
                <a:latin typeface="+mn-lt"/>
                <a:ea typeface="SimSun" pitchFamily="2" charset="-122"/>
              </a:rPr>
              <a:t>Maps</a:t>
            </a:r>
            <a:endParaRPr lang="es-PE" altLang="zh-CN" dirty="0">
              <a:latin typeface="+mn-lt"/>
              <a:ea typeface="SimSun" pitchFamily="2" charset="-122"/>
            </a:endParaRPr>
          </a:p>
        </p:txBody>
      </p:sp>
      <p:sp>
        <p:nvSpPr>
          <p:cNvPr id="2" name="Marcador de contenido 1"/>
          <p:cNvSpPr>
            <a:spLocks noGrp="1"/>
          </p:cNvSpPr>
          <p:nvPr>
            <p:ph idx="1"/>
          </p:nvPr>
        </p:nvSpPr>
        <p:spPr>
          <a:xfrm>
            <a:off x="609600" y="1447800"/>
            <a:ext cx="7918450" cy="3140347"/>
          </a:xfrm>
        </p:spPr>
        <p:txBody>
          <a:bodyPr/>
          <a:lstStyle/>
          <a:p>
            <a:pPr marL="0" indent="0" algn="just" eaLnBrk="1" hangingPunct="1">
              <a:buNone/>
            </a:pPr>
            <a:r>
              <a:rPr lang="es-PE" altLang="zh-CN" dirty="0">
                <a:ea typeface="SimSun" pitchFamily="2" charset="-122"/>
              </a:rPr>
              <a:t>Crear una nueva </a:t>
            </a:r>
            <a:r>
              <a:rPr lang="es-PE" altLang="zh-CN" dirty="0" smtClean="0">
                <a:ea typeface="SimSun" pitchFamily="2" charset="-122"/>
              </a:rPr>
              <a:t>página HTML, </a:t>
            </a:r>
            <a:r>
              <a:rPr lang="es-PE" altLang="zh-CN" dirty="0">
                <a:ea typeface="SimSun" pitchFamily="2" charset="-122"/>
              </a:rPr>
              <a:t>en la cual se muestra la ubicación actual en un mapa de Google </a:t>
            </a:r>
            <a:r>
              <a:rPr lang="es-PE" altLang="zh-CN" dirty="0" err="1" smtClean="0">
                <a:ea typeface="SimSun" pitchFamily="2" charset="-122"/>
              </a:rPr>
              <a:t>Maps</a:t>
            </a:r>
            <a:r>
              <a:rPr lang="es-PE" altLang="zh-CN" dirty="0" smtClean="0">
                <a:ea typeface="SimSun" pitchFamily="2" charset="-122"/>
              </a:rPr>
              <a:t>.</a:t>
            </a:r>
            <a:endParaRPr lang="es-PE" altLang="zh-CN" dirty="0">
              <a:ea typeface="SimSun" pitchFamily="2" charset="-122"/>
            </a:endParaRPr>
          </a:p>
          <a:p>
            <a:pPr marL="0" indent="0" algn="just" eaLnBrk="1" hangingPunct="1">
              <a:buNone/>
            </a:pPr>
            <a:endParaRPr lang="es-PE" altLang="zh-CN" dirty="0">
              <a:ea typeface="SimSun" pitchFamily="2" charset="-122"/>
            </a:endParaRPr>
          </a:p>
          <a:p>
            <a:pPr marL="0" indent="0" eaLnBrk="1" hangingPunct="1"/>
            <a:r>
              <a:rPr lang="es-PE" altLang="zh-CN" dirty="0">
                <a:ea typeface="SimSun" pitchFamily="2" charset="-122"/>
              </a:rPr>
              <a:t>Al finalizar el laboratorio, el alumno logrará:</a:t>
            </a:r>
          </a:p>
          <a:p>
            <a:pPr marL="0" indent="0" eaLnBrk="1" hangingPunct="1"/>
            <a:endParaRPr lang="es-PE" altLang="zh-CN" dirty="0">
              <a:ea typeface="SimSun" pitchFamily="2" charset="-122"/>
            </a:endParaRPr>
          </a:p>
          <a:p>
            <a:pPr marL="342900" lvl="1" indent="-342900" algn="just" eaLnBrk="1" hangingPunct="1">
              <a:buFont typeface="Arial" panose="020B0604020202020204" pitchFamily="34" charset="0"/>
              <a:buChar char="•"/>
            </a:pPr>
            <a:r>
              <a:rPr lang="en-US" altLang="zh-CN" dirty="0" err="1"/>
              <a:t>Implementar</a:t>
            </a:r>
            <a:r>
              <a:rPr lang="en-US" altLang="zh-CN" dirty="0"/>
              <a:t> </a:t>
            </a:r>
            <a:r>
              <a:rPr lang="en-US" altLang="zh-CN" dirty="0" err="1"/>
              <a:t>geolocalización</a:t>
            </a:r>
            <a:r>
              <a:rPr lang="en-US" altLang="zh-CN" dirty="0"/>
              <a:t> con </a:t>
            </a:r>
            <a:r>
              <a:rPr lang="en-US" altLang="zh-CN" dirty="0" smtClean="0"/>
              <a:t>JavaScript </a:t>
            </a:r>
            <a:r>
              <a:rPr lang="en-US" altLang="zh-CN" dirty="0"/>
              <a:t>y Google Maps.</a:t>
            </a:r>
          </a:p>
          <a:p>
            <a:pPr marL="342900" lvl="1" indent="-342900" algn="just" eaLnBrk="1" hangingPunct="1">
              <a:buFont typeface="Arial" panose="020B0604020202020204" pitchFamily="34" charset="0"/>
              <a:buChar char="•"/>
            </a:pPr>
            <a:endParaRPr lang="es-PE" altLang="zh-CN" dirty="0"/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261883846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030"/>
          <p:cNvSpPr>
            <a:spLocks noGrp="1" noChangeArrowheads="1"/>
          </p:cNvSpPr>
          <p:nvPr>
            <p:ph type="title"/>
          </p:nvPr>
        </p:nvSpPr>
        <p:spPr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r>
              <a:rPr lang="es-PE" altLang="zh-CN" dirty="0">
                <a:latin typeface="+mn-lt"/>
                <a:ea typeface="SimSun" pitchFamily="2" charset="-122"/>
              </a:rPr>
              <a:t>Tarea Nº 3: </a:t>
            </a:r>
            <a:r>
              <a:rPr lang="es-PE" dirty="0" smtClean="0"/>
              <a:t>JavaScript</a:t>
            </a:r>
            <a:endParaRPr lang="es-PE" altLang="zh-CN" dirty="0">
              <a:latin typeface="+mn-lt"/>
              <a:ea typeface="SimSun" pitchFamily="2" charset="-122"/>
            </a:endParaRPr>
          </a:p>
        </p:txBody>
      </p:sp>
      <p:sp>
        <p:nvSpPr>
          <p:cNvPr id="2" name="Marcador de contenido 1"/>
          <p:cNvSpPr>
            <a:spLocks noGrp="1"/>
          </p:cNvSpPr>
          <p:nvPr>
            <p:ph idx="1"/>
          </p:nvPr>
        </p:nvSpPr>
        <p:spPr>
          <a:xfrm>
            <a:off x="609600" y="1447800"/>
            <a:ext cx="7918450" cy="1921552"/>
          </a:xfrm>
        </p:spPr>
        <p:txBody>
          <a:bodyPr/>
          <a:lstStyle/>
          <a:p>
            <a:pPr marL="0" indent="0" algn="just" eaLnBrk="1" hangingPunct="1">
              <a:buNone/>
            </a:pPr>
            <a:r>
              <a:rPr lang="es-PE" dirty="0"/>
              <a:t>Investiga sobre los </a:t>
            </a:r>
            <a:r>
              <a:rPr lang="es-PE" dirty="0" err="1"/>
              <a:t>Frameworks</a:t>
            </a:r>
            <a:r>
              <a:rPr lang="es-PE" dirty="0"/>
              <a:t> </a:t>
            </a:r>
            <a:r>
              <a:rPr lang="es-PE" dirty="0" err="1"/>
              <a:t>Javascripts</a:t>
            </a:r>
            <a:r>
              <a:rPr lang="es-PE" dirty="0"/>
              <a:t> más usados en la actualidad.</a:t>
            </a:r>
            <a:endParaRPr lang="es-PE" altLang="zh-CN" dirty="0">
              <a:ea typeface="SimSun" pitchFamily="2" charset="-122"/>
            </a:endParaRPr>
          </a:p>
          <a:p>
            <a:pPr marL="0" indent="0" eaLnBrk="1" hangingPunct="1"/>
            <a:endParaRPr lang="en-US" altLang="zh-CN" dirty="0"/>
          </a:p>
          <a:p>
            <a:pPr marL="342900" lvl="1" indent="-342900" algn="just" eaLnBrk="1" hangingPunct="1">
              <a:buFont typeface="Arial" panose="020B0604020202020204" pitchFamily="34" charset="0"/>
              <a:buChar char="•"/>
            </a:pPr>
            <a:endParaRPr lang="es-PE" altLang="zh-CN" dirty="0"/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500337526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730255" y="1371654"/>
            <a:ext cx="7797795" cy="4479824"/>
          </a:xfrm>
        </p:spPr>
        <p:txBody>
          <a:bodyPr>
            <a:noAutofit/>
          </a:bodyPr>
          <a:lstStyle/>
          <a:p>
            <a:pPr lvl="1" algn="just" eaLnBrk="1" hangingPunct="1">
              <a:buSzPct val="100000"/>
              <a:defRPr/>
            </a:pPr>
            <a:r>
              <a:rPr lang="es-PE" sz="2000" kern="1200" dirty="0" err="1" smtClean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xxxxx</a:t>
            </a:r>
            <a:endParaRPr lang="es-PE" sz="2000" kern="1200" dirty="0"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2 Título"/>
          <p:cNvSpPr>
            <a:spLocks noGrp="1"/>
          </p:cNvSpPr>
          <p:nvPr>
            <p:ph type="title"/>
          </p:nvPr>
        </p:nvSpPr>
        <p:spPr>
          <a:xfrm>
            <a:off x="609600" y="495354"/>
            <a:ext cx="7918450" cy="876300"/>
          </a:xfrm>
        </p:spPr>
        <p:txBody>
          <a:bodyPr/>
          <a:lstStyle/>
          <a:p>
            <a:r>
              <a:rPr lang="es-PE" dirty="0" smtClean="0"/>
              <a:t>Resumen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1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42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U6_Jan11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CCCCCC"/>
      </a:accent1>
      <a:accent2>
        <a:srgbClr val="FF0000"/>
      </a:accent2>
      <a:accent3>
        <a:srgbClr val="FFFFFF"/>
      </a:accent3>
      <a:accent4>
        <a:srgbClr val="000000"/>
      </a:accent4>
      <a:accent5>
        <a:srgbClr val="E2E2E2"/>
      </a:accent5>
      <a:accent6>
        <a:srgbClr val="E70000"/>
      </a:accent6>
      <a:hlink>
        <a:srgbClr val="FF0000"/>
      </a:hlink>
      <a:folHlink>
        <a:srgbClr val="999999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8575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2286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rgbClr val="FF0000"/>
          </a:buClr>
          <a:buSzTx/>
          <a:buFont typeface="Arial" pitchFamily="34" charset="0"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8575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2286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rgbClr val="FF0000"/>
          </a:buClr>
          <a:buSzTx/>
          <a:buFont typeface="Arial" pitchFamily="34" charset="0"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CCCCCC"/>
        </a:accent1>
        <a:accent2>
          <a:srgbClr val="FF330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E72D00"/>
        </a:accent6>
        <a:hlink>
          <a:srgbClr val="FF3300"/>
        </a:hlink>
        <a:folHlink>
          <a:srgbClr val="9999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CCCCCC"/>
      </a:accent1>
      <a:accent2>
        <a:srgbClr val="FF3300"/>
      </a:accent2>
      <a:accent3>
        <a:srgbClr val="FFFFFF"/>
      </a:accent3>
      <a:accent4>
        <a:srgbClr val="000000"/>
      </a:accent4>
      <a:accent5>
        <a:srgbClr val="E2E2E2"/>
      </a:accent5>
      <a:accent6>
        <a:srgbClr val="E72D00"/>
      </a:accent6>
      <a:hlink>
        <a:srgbClr val="FF3300"/>
      </a:hlink>
      <a:folHlink>
        <a:srgbClr val="999999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6742</TotalTime>
  <Words>1894</Words>
  <Application>Microsoft Office PowerPoint</Application>
  <PresentationFormat>Presentación en pantalla (4:3)</PresentationFormat>
  <Paragraphs>302</Paragraphs>
  <Slides>32</Slides>
  <Notes>27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32</vt:i4>
      </vt:variant>
    </vt:vector>
  </HeadingPairs>
  <TitlesOfParts>
    <vt:vector size="39" baseType="lpstr">
      <vt:lpstr>SimSun</vt:lpstr>
      <vt:lpstr>Aharoni</vt:lpstr>
      <vt:lpstr>Arial</vt:lpstr>
      <vt:lpstr>Courier New</vt:lpstr>
      <vt:lpstr>Symbol</vt:lpstr>
      <vt:lpstr>Times New Roman</vt:lpstr>
      <vt:lpstr>OU6_Jan11</vt:lpstr>
      <vt:lpstr>JavaScript</vt:lpstr>
      <vt:lpstr>Objetivos</vt:lpstr>
      <vt:lpstr>Agenda</vt:lpstr>
      <vt:lpstr>JavaScript</vt:lpstr>
      <vt:lpstr>JavaScript</vt:lpstr>
      <vt:lpstr>JavaScript</vt:lpstr>
      <vt:lpstr>JavaScript</vt:lpstr>
      <vt:lpstr>JavaScript  Creación de objetos </vt:lpstr>
      <vt:lpstr>JavaScript  Creación de objetos </vt:lpstr>
      <vt:lpstr>JavaScript  Creación de objetos </vt:lpstr>
      <vt:lpstr>JavaScript</vt:lpstr>
      <vt:lpstr>JavaScript</vt:lpstr>
      <vt:lpstr>JavaScript  Local y Session Storage </vt:lpstr>
      <vt:lpstr>JavaScript  Local y Session Storage  </vt:lpstr>
      <vt:lpstr>JavaScript  Local y Session Storage  </vt:lpstr>
      <vt:lpstr>JavaScript  Local y Session Storage </vt:lpstr>
      <vt:lpstr>JavaScript  Local y Session Storage </vt:lpstr>
      <vt:lpstr>jQuery</vt:lpstr>
      <vt:lpstr>jQuery</vt:lpstr>
      <vt:lpstr>jQuery </vt:lpstr>
      <vt:lpstr>jQuery</vt:lpstr>
      <vt:lpstr>jQuery</vt:lpstr>
      <vt:lpstr>JSON: creación y uso</vt:lpstr>
      <vt:lpstr>JSON: creación y uso</vt:lpstr>
      <vt:lpstr>AJAX con jQuery</vt:lpstr>
      <vt:lpstr>AJAX con jQuery</vt:lpstr>
      <vt:lpstr>AJAX con jQuery</vt:lpstr>
      <vt:lpstr>Ejercicio Nº 3.1: Implementar namespace pattern</vt:lpstr>
      <vt:lpstr>Ejercicio Nº 3.2: Uso de controles personalizados de video en HTML5</vt:lpstr>
      <vt:lpstr>Ejercicio Nº 3.3: Implementar geolocalización con JavaScript y Google Maps</vt:lpstr>
      <vt:lpstr>Tarea Nº 3: JavaScript</vt:lpstr>
      <vt:lpstr>Resumen</vt:lpstr>
    </vt:vector>
  </TitlesOfParts>
  <Company>Cibertec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Pseudocódigo y Algoritmo</dc:title>
  <dc:subject/>
  <dc:creator>Jorge Cáceres</dc:creator>
  <dc:description>Cibertec</dc:description>
  <cp:lastModifiedBy>Mariela Centeno Garcia</cp:lastModifiedBy>
  <cp:revision>379</cp:revision>
  <cp:lastPrinted>2015-06-19T19:24:12Z</cp:lastPrinted>
  <dcterms:created xsi:type="dcterms:W3CDTF">2011-09-12T11:53:23Z</dcterms:created>
  <dcterms:modified xsi:type="dcterms:W3CDTF">2017-11-30T14:43:01Z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ome_page">
    <vt:lpwstr>http://ap337sun.us.oracle.com/powerpoint</vt:lpwstr>
  </property>
  <property fmtid="{D5CDD505-2E9C-101B-9397-08002B2CF9AE}" pid="3" name="Version">
    <vt:lpwstr>1.00</vt:lpwstr>
  </property>
  <property fmtid="{D5CDD505-2E9C-101B-9397-08002B2CF9AE}" pid="4" name="Build_version">
    <vt:lpwstr> 111</vt:lpwstr>
  </property>
  <property fmtid="{D5CDD505-2E9C-101B-9397-08002B2CF9AE}" pid="5" name="Build_Date">
    <vt:filetime>2001-07-03T07:00:00Z</vt:filetime>
  </property>
  <property fmtid="{D5CDD505-2E9C-101B-9397-08002B2CF9AE}" pid="6" name="Build_Time">
    <vt:lpwstr>10:11:09 AM</vt:lpwstr>
  </property>
  <property fmtid="{D5CDD505-2E9C-101B-9397-08002B2CF9AE}" pid="7" name="Install_dir">
    <vt:lpwstr/>
  </property>
  <property fmtid="{D5CDD505-2E9C-101B-9397-08002B2CF9AE}" pid="8" name="ArticulateGUID">
    <vt:lpwstr>8DF855D4-DB12-4CA5-833A-750DA3955745</vt:lpwstr>
  </property>
  <property fmtid="{D5CDD505-2E9C-101B-9397-08002B2CF9AE}" pid="9" name="ArticulatePath">
    <vt:lpwstr>Les01</vt:lpwstr>
  </property>
</Properties>
</file>